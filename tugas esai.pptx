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7195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910501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1556098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88398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43213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0705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059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4666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06008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480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0140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672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ECC7-4B07-28CB-5C76-DFCAEE2933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829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232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18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545BDC-7D65-F0D8-C64B-91B09568DB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259781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321099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0561057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4546059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985845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0863992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913711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27035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594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13661819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190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85159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8649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628793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805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9239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02484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03346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575337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029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7616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46216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64047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090237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94224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1758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2596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69362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371889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21904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8503860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748389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72252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43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2434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679395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312715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2488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869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9030650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70259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857318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3588938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6768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833723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567064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380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994818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408331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0204651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3538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331013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081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6308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2170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165680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53079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4196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7695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25339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01712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723101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4668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88378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346321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72517310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276734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34477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471188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272263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5809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70767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Tugas Esai</a:t>
            </a:r>
            <a:endParaRPr sz="4800"/>
          </a:p>
        </p:txBody>
      </p:sp>
      <p:sp>
        <p:nvSpPr>
          <p:cNvPr id="174430820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4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Tugas Esai pengganti perkuliahan</a:t>
            </a:r>
            <a:endParaRPr/>
          </a:p>
        </p:txBody>
      </p:sp>
      <p:sp>
        <p:nvSpPr>
          <p:cNvPr id="6658418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123361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2800" b="0"/>
              <a:t>Buat studi kasus yang melibatkan sistem big data yang </a:t>
            </a:r>
            <a:r>
              <a:rPr sz="2800" b="1"/>
              <a:t>sudah ada </a:t>
            </a:r>
            <a:r>
              <a:rPr sz="2800" b="0"/>
              <a:t>(media sosial, </a:t>
            </a:r>
            <a:r>
              <a:rPr sz="2800" b="0" i="1"/>
              <a:t>big</a:t>
            </a:r>
            <a:r>
              <a:rPr sz="2800" b="0"/>
              <a:t> marketplace, Satu Data Indonesia, CVE, github, </a:t>
            </a:r>
            <a:r>
              <a:rPr sz="2800" b="0" i="1"/>
              <a:t>etc</a:t>
            </a:r>
            <a:r>
              <a:rPr sz="2800" b="0"/>
              <a:t>) atau yang </a:t>
            </a:r>
            <a:r>
              <a:rPr sz="2800" b="0" i="1"/>
              <a:t>berpotensi/sebaiknya/diharapkan</a:t>
            </a:r>
            <a:r>
              <a:rPr sz="2800" b="0"/>
              <a:t> ada</a:t>
            </a:r>
            <a:endParaRPr sz="2800" b="0"/>
          </a:p>
          <a:p>
            <a:pPr marL="0" indent="0">
              <a:buFont typeface="Arial"/>
              <a:buNone/>
              <a:defRPr/>
            </a:pPr>
            <a:endParaRPr sz="2800" b="0"/>
          </a:p>
          <a:p>
            <a:pPr marL="0" indent="0">
              <a:buFont typeface="Arial"/>
              <a:buNone/>
              <a:defRPr/>
            </a:pPr>
            <a:r>
              <a:rPr sz="2800" b="0"/>
              <a:t>Poin:</a:t>
            </a:r>
            <a:endParaRPr sz="2800" b="0"/>
          </a:p>
          <a:p>
            <a:pPr>
              <a:defRPr/>
            </a:pPr>
            <a:r>
              <a:rPr sz="2800" b="0"/>
              <a:t>Buat pendahuluan yang menjelaskan relevansi kasus tersebut (1)</a:t>
            </a:r>
            <a:endParaRPr sz="2800" b="0"/>
          </a:p>
          <a:p>
            <a:pPr>
              <a:defRPr/>
            </a:pPr>
            <a:r>
              <a:rPr sz="2800" b="0"/>
              <a:t>Bahas setidaknya dari </a:t>
            </a:r>
            <a:r>
              <a:rPr sz="2800" b="1"/>
              <a:t>3</a:t>
            </a:r>
            <a:r>
              <a:rPr sz="2800" b="0"/>
              <a:t> aspek big data (yang </a:t>
            </a:r>
            <a:r>
              <a:rPr sz="2800" b="0" i="1"/>
              <a:t>vvv</a:t>
            </a:r>
            <a:r>
              <a:rPr sz="2800" b="0"/>
              <a:t> itu) : </a:t>
            </a:r>
            <a:r>
              <a:rPr sz="2800" b="0" i="1"/>
              <a:t>volume, velocity, variety, veracity (termasuk aksesibilitas), </a:t>
            </a:r>
            <a:r>
              <a:rPr lang="en-US" sz="2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variability, validity, </a:t>
            </a:r>
            <a:r>
              <a:rPr lang="en-US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dan </a:t>
            </a:r>
            <a:r>
              <a:rPr sz="2800" b="0" i="1"/>
              <a:t>value </a:t>
            </a:r>
            <a:r>
              <a:rPr sz="2800" b="0" i="0"/>
              <a:t>(3)</a:t>
            </a:r>
            <a:endParaRPr sz="2800" b="0" i="0"/>
          </a:p>
          <a:p>
            <a:pPr>
              <a:defRPr/>
            </a:pPr>
            <a:r>
              <a:rPr sz="2800" b="0"/>
              <a:t>Beri usul bagaimana agar ekosistem big data tersebut dapat lebih bermanfaat (1)</a:t>
            </a:r>
            <a:endParaRPr sz="28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772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Pengumpulan tugas</a:t>
            </a:r>
            <a:endParaRPr/>
          </a:p>
        </p:txBody>
      </p:sp>
      <p:sp>
        <p:nvSpPr>
          <p:cNvPr id="1141207446" name="Content Placeholder 2"/>
          <p:cNvSpPr>
            <a:spLocks noGrp="1"/>
          </p:cNvSpPr>
          <p:nvPr>
            <p:ph idx="1"/>
          </p:nvPr>
        </p:nvSpPr>
        <p:spPr bwMode="auto">
          <a:xfrm>
            <a:off x="542521" y="1734355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800" i="0"/>
              <a:t>Dikumpulkan sebagai tugas </a:t>
            </a:r>
            <a:r>
              <a:rPr sz="2800" b="1" i="0"/>
              <a:t>individu</a:t>
            </a:r>
            <a:r>
              <a:rPr sz="2800" i="0"/>
              <a:t>:</a:t>
            </a:r>
            <a:endParaRPr sz="2800" i="0"/>
          </a:p>
          <a:p>
            <a:pPr>
              <a:defRPr/>
            </a:pPr>
            <a:r>
              <a:rPr sz="2800" i="0"/>
              <a:t>Upload ke repositori github </a:t>
            </a:r>
            <a:r>
              <a:rPr sz="2800" i="1"/>
              <a:t>project </a:t>
            </a:r>
            <a:r>
              <a:rPr sz="2800" i="1"/>
              <a:t>kelompok, </a:t>
            </a:r>
            <a:r>
              <a:rPr sz="2800" i="0"/>
              <a:t>beri nama masing-masing, contoh: ‘</a:t>
            </a: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DejaVu Sans Mono"/>
                <a:ea typeface="DejaVu Sans Mono"/>
                <a:cs typeface="DejaVu Sans Mono"/>
              </a:rPr>
              <a:t>24083010029</a:t>
            </a:r>
            <a:r>
              <a:rPr sz="2400" i="0">
                <a:latin typeface="DejaVu Sans Mono"/>
                <a:ea typeface="DejaVu Sans Mono"/>
                <a:cs typeface="DejaVu Sans Mono"/>
              </a:rPr>
              <a:t> Ophyng data kependudukan Indonesia kurang terintegrasi antar instansi.pdf’</a:t>
            </a:r>
            <a:endParaRPr sz="2800" i="0"/>
          </a:p>
          <a:p>
            <a:pPr>
              <a:defRPr/>
            </a:pPr>
            <a:r>
              <a:rPr sz="2800" i="0"/>
              <a:t>Kumpulkan link-nya ke </a:t>
            </a:r>
            <a:r>
              <a:rPr sz="2800" b="0" i="1"/>
              <a:t>ketua kelas</a:t>
            </a:r>
            <a:endParaRPr sz="2400" i="0">
              <a:latin typeface="DejaVu Sans Mono"/>
              <a:ea typeface="DejaVu Sans Mono"/>
              <a:cs typeface="DejaVu Sans Mono"/>
            </a:endParaRPr>
          </a:p>
          <a:p>
            <a:pPr>
              <a:defRPr/>
            </a:pPr>
            <a:r>
              <a:rPr sz="2800" i="0"/>
              <a:t>Format PDF, tidak lebih dari 2 halaman A4 (font 11)</a:t>
            </a:r>
            <a:endParaRPr sz="2800" i="0"/>
          </a:p>
          <a:p>
            <a:pPr>
              <a:defRPr/>
            </a:pPr>
            <a:r>
              <a:rPr sz="2800" i="0"/>
              <a:t>Disarankan ada setidaknya 1 gambar/skema dalam esai</a:t>
            </a:r>
            <a:endParaRPr sz="2800" i="0"/>
          </a:p>
          <a:p>
            <a:pPr>
              <a:defRPr/>
            </a:pPr>
            <a:endParaRPr sz="2800" i="0"/>
          </a:p>
          <a:p>
            <a:pPr marL="0" indent="0">
              <a:buFont typeface="Arial"/>
              <a:buNone/>
              <a:defRPr/>
            </a:pPr>
            <a:r>
              <a:rPr sz="2800" i="0"/>
              <a:t>Tenggat/deadline (berdasarkan commit history di github)</a:t>
            </a:r>
            <a:endParaRPr sz="2800" i="0"/>
          </a:p>
          <a:p>
            <a:pPr>
              <a:defRPr/>
            </a:pPr>
            <a:r>
              <a:rPr sz="2800" i="0"/>
              <a:t>Kelas C: 3 Juni, jam 6 sore</a:t>
            </a:r>
            <a:endParaRPr sz="2800" i="0"/>
          </a:p>
          <a:p>
            <a:pPr>
              <a:defRPr/>
            </a:pPr>
            <a:r>
              <a:rPr sz="2800" i="0"/>
              <a:t>Kelas D: 5 Juni, jam 6 sore</a:t>
            </a:r>
            <a:endParaRPr sz="2800" i="0"/>
          </a:p>
          <a:p>
            <a:pPr marL="0" indent="0">
              <a:buFont typeface="Arial"/>
              <a:buNone/>
              <a:defRPr/>
            </a:pPr>
            <a:r>
              <a:rPr sz="2800" i="0"/>
              <a:t>Penalti untuk pengumpulan yang terlambat: 2 poin/6 jam</a:t>
            </a:r>
            <a:endParaRPr sz="280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</cp:revision>
  <dcterms:modified xsi:type="dcterms:W3CDTF">2026-05-26T00:48:52Z</dcterms:modified>
</cp:coreProperties>
</file>