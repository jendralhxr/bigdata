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55714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9791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6665185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225920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925768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945543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6396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4252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9693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462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3604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889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7DDC1E-C0CD-C052-6756-8F8E379A3F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658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7843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107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0EAB69-04D7-E0D2-6433-70111DC15C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2335147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53062727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43926590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08520356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86479921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84703974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4274601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348422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5428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454829569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6412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098123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089237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55150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2836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260528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5577998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273189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580040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7994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9031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3855118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4008411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102421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2259809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73768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9233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1641609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800823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802382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775691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9003457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4768969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82422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6252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0152208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3687121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63426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52337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950132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346112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477869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81309067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571312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1620475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410238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8915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399112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109132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43817765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211550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737268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5997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3565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302602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981110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413520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5147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411755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5372064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382708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228245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3354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329896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57216791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30372812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62265755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079315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2115551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7667370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628678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ebscraper.io/" TargetMode="External"/><Relationship Id="rId4" Type="http://schemas.openxmlformats.org/officeDocument/2006/relationships/hyperlink" Target="https://ultimatewebscraper.com/)" TargetMode="Externa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071218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3107098" y="2381249"/>
            <a:ext cx="8476179" cy="193834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/>
              <a:t>Big Data: </a:t>
            </a:r>
            <a:r>
              <a:rPr lang="en-US" sz="4800" b="1"/>
              <a:t>websracping</a:t>
            </a:r>
            <a:endParaRPr sz="4800"/>
          </a:p>
        </p:txBody>
      </p:sp>
      <p:sp>
        <p:nvSpPr>
          <p:cNvPr id="1541031775" name=""/>
          <p:cNvSpPr txBox="1"/>
          <p:nvPr/>
        </p:nvSpPr>
        <p:spPr bwMode="auto">
          <a:xfrm rot="0" flipH="0" flipV="0">
            <a:off x="8175183" y="6395719"/>
            <a:ext cx="3868032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https://github.com/jendralhxr/bigdata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018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Webscraping</a:t>
            </a:r>
            <a:endParaRPr sz="3200"/>
          </a:p>
        </p:txBody>
      </p:sp>
      <p:sp>
        <p:nvSpPr>
          <p:cNvPr id="112568328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Otomasi akuisisi data dengan meniru aktivitas browser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Semacam macro di browser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Bisa GUI browser-based (</a:t>
            </a:r>
            <a:r>
              <a:rPr lang="en-US" sz="3200" b="0" i="0" u="sng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hlinkClick r:id="rId3" tooltip=""/>
              </a:rPr>
              <a:t>webscraper.io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3200" b="0" i="0" u="sng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hlinkClick r:id="rId4" tooltip=""/>
              </a:rPr>
              <a:t>ultimatewebscraper.com</a:t>
            </a:r>
            <a:r>
              <a:rPr lang="en-US" sz="3200" b="0" i="0" u="sng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hlinkClick r:id="rId4" tooltip=""/>
              </a:rPr>
              <a:t>)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atau CLI-based (selenium, beautifulsoup...)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303900" name=""/>
          <p:cNvSpPr txBox="1"/>
          <p:nvPr/>
        </p:nvSpPr>
        <p:spPr bwMode="auto">
          <a:xfrm rot="0" flipH="0" flipV="0">
            <a:off x="752031" y="2426968"/>
            <a:ext cx="921558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14644196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986642" y="37632"/>
            <a:ext cx="6859392" cy="69167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modified xsi:type="dcterms:W3CDTF">2026-03-04T08:50:35Z</dcterms:modified>
</cp:coreProperties>
</file>