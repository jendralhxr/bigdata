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3899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8379469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60965342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96910753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1450946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58006703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5007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4654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49090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9749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5616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3273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DDC1E-C0CD-C052-6756-8F8E379A3F0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49400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48693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178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C36D1-48B9-77A7-059C-FAB9F3BEA3C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1580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62816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55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272878-E37A-D606-AD5A-A96CE3DB26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98044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86624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6713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E1A712-1AD3-9DF6-9596-C5FEC53BB69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3971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038264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97987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E06924-543E-8C18-F9C4-B0301177035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34444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57893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52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7A4857-064C-C475-3664-DCE6F538448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9873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068016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83557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BFC65A-55E1-52FA-900B-5E3E111B8F2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396993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78389618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26958506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33383384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64800638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61600099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6676521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985668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15720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711966018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987581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8599495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8280172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4617988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65654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090428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819272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607015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003634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24744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54510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5319320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9652699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6213342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7326933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83887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07089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3553453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8534207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242182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31466249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8013613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091844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339807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06841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2693004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0902057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627947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17249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9700045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95227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347858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61374359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0522730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0267416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1137154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25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680867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9341133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69232775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75935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9193320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426704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85141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3267698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4306749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8480740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2430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384413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7731928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141126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822997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2434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248409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574815629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96895477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73102475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2490552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9551222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871657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4218568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03448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Big Data: </a:t>
            </a:r>
            <a:r>
              <a:rPr lang="en-US" sz="4800" b="1"/>
              <a:t>Evaluasi Tengah Semester (1, 8, 15 April)</a:t>
            </a:r>
            <a:endParaRPr sz="4800"/>
          </a:p>
        </p:txBody>
      </p:sp>
      <p:sp>
        <p:nvSpPr>
          <p:cNvPr id="784156903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55664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Karakteristik (5V yang pertama)</a:t>
            </a:r>
            <a:endParaRPr sz="3200"/>
          </a:p>
        </p:txBody>
      </p:sp>
      <p:sp>
        <p:nvSpPr>
          <p:cNvPr id="143201161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11046650" cy="45259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Volume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(ukuran kuantitatif ke-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big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-an dat, lah)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Velocity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(seberapa cepat terus bertambah)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Variety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(berbagai jenis bacaan/kolom sekaligus)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Veracity (tingkat keakuratan, resolusi, dan keandalan data)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Value (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informasi yang bisa diturunkan, 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knowledge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yang bisa 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dikulik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62049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Aktivitas ETS: presentasi, dinilai rekan sekelas</a:t>
            </a:r>
            <a:endParaRPr sz="3200"/>
          </a:p>
        </p:txBody>
      </p:sp>
      <p:sp>
        <p:nvSpPr>
          <p:cNvPr id="108000602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11565300" cy="518159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lang="en-US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Struktur </a:t>
            </a:r>
            <a:r>
              <a:rPr lang="en-US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urutan</a:t>
            </a:r>
            <a:r>
              <a:rPr lang="en-US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3200" b="1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slide: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Latar belakang [dan tujuan]: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mengapa penting atau menarik?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Metode akuisisi data, spesifikasi data, sampel cuplikan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Masing-masing aspek 5V dijabarkan pada slide terpisah (volume, velocity, variety, veracity, value)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Analisis/insight sementara yang didapat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Bagaimana tambahan data baru dapat memperjelas/meningkatkan 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keampuhan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model analisis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Kurangi gambar ilustrasi </a:t>
            </a:r>
            <a:r>
              <a:rPr lang="en-US" sz="3200" b="0" i="1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filler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yang tidak secara langsung relevan*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8872505" name=""/>
          <p:cNvPicPr>
            <a:picLocks noChangeAspect="1"/>
          </p:cNvPicPr>
          <p:nvPr/>
        </p:nvPicPr>
        <p:blipFill>
          <a:blip r:embed="rId3"/>
          <a:srcRect l="6133" t="12900" r="3765" b="0"/>
          <a:stretch/>
        </p:blipFill>
        <p:spPr bwMode="auto">
          <a:xfrm flipH="0" flipV="0">
            <a:off x="421049" y="0"/>
            <a:ext cx="10685530" cy="6419849"/>
          </a:xfrm>
          <a:prstGeom prst="rect">
            <a:avLst/>
          </a:prstGeom>
        </p:spPr>
      </p:pic>
      <p:pic>
        <p:nvPicPr>
          <p:cNvPr id="34278145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6095999" y="4712240"/>
            <a:ext cx="5850299" cy="1917159"/>
          </a:xfrm>
          <a:prstGeom prst="rect">
            <a:avLst/>
          </a:prstGeom>
        </p:spPr>
      </p:pic>
      <p:cxnSp>
        <p:nvCxnSpPr>
          <p:cNvPr id="158008989" name=""/>
          <p:cNvCxnSpPr/>
          <p:nvPr/>
        </p:nvCxnSpPr>
        <p:spPr bwMode="auto">
          <a:xfrm flipH="1" flipV="0">
            <a:off x="7298100" y="361949"/>
            <a:ext cx="3486150" cy="3009899"/>
          </a:xfrm>
          <a:prstGeom prst="line">
            <a:avLst/>
          </a:prstGeom>
          <a:ln w="76199" cap="flat" cmpd="sng" algn="ctr">
            <a:solidFill>
              <a:srgbClr val="FF0000"/>
            </a:solidFill>
            <a:prstDash val="soli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3996514" name=""/>
          <p:cNvSpPr txBox="1"/>
          <p:nvPr/>
        </p:nvSpPr>
        <p:spPr bwMode="auto">
          <a:xfrm rot="0" flipH="0" flipV="0">
            <a:off x="2726099" y="2743199"/>
            <a:ext cx="928334" cy="1554840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9600" b="1">
                <a:solidFill>
                  <a:srgbClr val="FF0000"/>
                </a:solidFill>
              </a:rPr>
              <a:t>?</a:t>
            </a:r>
            <a:endParaRPr sz="9600" b="1">
              <a:solidFill>
                <a:srgbClr val="FF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7980614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57199" y="209549"/>
            <a:ext cx="11010208" cy="6134099"/>
          </a:xfrm>
          <a:prstGeom prst="rect">
            <a:avLst/>
          </a:prstGeom>
        </p:spPr>
      </p:pic>
      <p:pic>
        <p:nvPicPr>
          <p:cNvPr id="60390623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9372600" y="4000499"/>
            <a:ext cx="1828800" cy="19526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86042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09549" y="247649"/>
            <a:ext cx="9486899" cy="4772025"/>
          </a:xfrm>
          <a:prstGeom prst="rect">
            <a:avLst/>
          </a:prstGeom>
        </p:spPr>
      </p:pic>
      <p:pic>
        <p:nvPicPr>
          <p:cNvPr id="121422380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6000750" y="3429000"/>
            <a:ext cx="5793149" cy="30048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40925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-266699" y="-114299"/>
            <a:ext cx="12141085" cy="67437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1540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Penilaian: </a:t>
            </a:r>
            <a:r>
              <a:rPr sz="3200" i="1"/>
              <a:t>peer evaluation</a:t>
            </a:r>
            <a:endParaRPr sz="3200"/>
          </a:p>
        </p:txBody>
      </p:sp>
      <p:sp>
        <p:nvSpPr>
          <p:cNvPr id="560573566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Kejujuran dan keapaadaan (baca keagaksedikittegaan)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Reflektif: seharusnya mudah dipahami sesama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Empati: komentar/kritik konstruktif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Skala 1-7 (2x) untuk 5V yang pertama (70%)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Seberapa urgen masalah yang diangkat (10%)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Seberapa presentasi mudah dipahami (10+10%)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*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+1 untuk masing-masing komentar/tanya jawab (maks 5)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-1 untuk tidak memberikan penilaian</a:t>
            </a:r>
            <a:endParaRPr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11</cp:revision>
  <dcterms:modified xsi:type="dcterms:W3CDTF">2026-03-26T11:45:26Z</dcterms:modified>
</cp:coreProperties>
</file>