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90127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4920297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71196905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1064269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86985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054630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6243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5049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19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28813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8576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651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DDC1E-C0CD-C052-6756-8F8E379A3F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66249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298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8837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C36D1-48B9-77A7-059C-FAB9F3BEA3C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350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884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1004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272878-E37A-D606-AD5A-A96CE3DB26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20976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9373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296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E1A712-1AD3-9DF6-9596-C5FEC53BB69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46457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53977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587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06924-543E-8C18-F9C4-B0301177035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45452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28659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42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7A4857-064C-C475-3664-DCE6F538448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09450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59566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1181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BFC65A-55E1-52FA-900B-5E3E111B8F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10531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01723592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16962568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34492519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02196417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14818968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612258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54724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5507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38303879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9496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688969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495442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147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08562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082098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2562501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563806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9638465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6770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2503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9177751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377031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8086677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9184395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868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4525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500286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11564992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362812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3450194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8996580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3983218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34392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8674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8235156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8474767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800757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46781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2624283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191254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6184387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939742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6247526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1964102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8685910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3879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481226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78607701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96923546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6786859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981420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776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1122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3427205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785492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878151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7204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39362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5080557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445300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443344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9690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460982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77853965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77272611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11158617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887833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3121938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9483619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83492569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980970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Evaluasi Tengah Semester (1, 8, 15 April)</a:t>
            </a:r>
            <a:endParaRPr sz="4800"/>
          </a:p>
        </p:txBody>
      </p:sp>
      <p:sp>
        <p:nvSpPr>
          <p:cNvPr id="1857255546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499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Karakteristik (5V yang pertama)</a:t>
            </a:r>
            <a:endParaRPr sz="3200"/>
          </a:p>
        </p:txBody>
      </p:sp>
      <p:sp>
        <p:nvSpPr>
          <p:cNvPr id="176024831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046650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Volume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(ukuran kuantitatif ke-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big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-an dat, lah)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Velocity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(seberapa cepat terus bertambah)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Variety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(berbagai jenis bacaan/kolom sekaligus)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Veracity (tingkat keakuratan, resolusi, dan keandalan data)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Value (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informasi yang bisa diturunkan,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knowledge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yang bisa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dikulik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1220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Aktivitas ETS: presentasi, dinilai rekan sekelas</a:t>
            </a:r>
            <a:endParaRPr sz="3200"/>
          </a:p>
        </p:txBody>
      </p:sp>
      <p:sp>
        <p:nvSpPr>
          <p:cNvPr id="65455280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565300" cy="518159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Struktur </a:t>
            </a: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urutan</a:t>
            </a: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slide: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Latar belakang [dan tujuan]: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mengapa penting atau menarik?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Metode akuisisi data, spesifikasi data, sampel cuplikan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Masing-masing aspek 5V dijabarkan pada slide terpisah (volume, velocity, variety, veracity, value)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Analisis/insight sementara yang didapat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Bagaimana tambahan data baru dapat memperjelas/meningkatkan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keampuhan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model analisis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Kurangi gambar ilustrasi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filler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yang tidak secara langsung relevan*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7174955" name=""/>
          <p:cNvPicPr>
            <a:picLocks noChangeAspect="1"/>
          </p:cNvPicPr>
          <p:nvPr/>
        </p:nvPicPr>
        <p:blipFill>
          <a:blip r:embed="rId3"/>
          <a:srcRect l="6133" t="12900" r="3765" b="0"/>
          <a:stretch/>
        </p:blipFill>
        <p:spPr bwMode="auto">
          <a:xfrm flipH="0" flipV="0">
            <a:off x="421049" y="0"/>
            <a:ext cx="10685530" cy="6419849"/>
          </a:xfrm>
          <a:prstGeom prst="rect">
            <a:avLst/>
          </a:prstGeom>
        </p:spPr>
      </p:pic>
      <p:pic>
        <p:nvPicPr>
          <p:cNvPr id="214364233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095999" y="4712240"/>
            <a:ext cx="5850299" cy="1917159"/>
          </a:xfrm>
          <a:prstGeom prst="rect">
            <a:avLst/>
          </a:prstGeom>
        </p:spPr>
      </p:pic>
      <p:cxnSp>
        <p:nvCxnSpPr>
          <p:cNvPr id="2131479040" name=""/>
          <p:cNvCxnSpPr/>
          <p:nvPr/>
        </p:nvCxnSpPr>
        <p:spPr bwMode="auto">
          <a:xfrm flipH="1" flipV="0">
            <a:off x="7298100" y="361949"/>
            <a:ext cx="3486150" cy="3009899"/>
          </a:xfrm>
          <a:prstGeom prst="line">
            <a:avLst/>
          </a:prstGeom>
          <a:ln w="76199" cap="flat" cmpd="sng" algn="ctr">
            <a:solidFill>
              <a:srgbClr val="FF0000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22391" name=""/>
          <p:cNvSpPr txBox="1"/>
          <p:nvPr/>
        </p:nvSpPr>
        <p:spPr bwMode="auto">
          <a:xfrm rot="0" flipH="0" flipV="0">
            <a:off x="2726099" y="2743199"/>
            <a:ext cx="928334" cy="155484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9600" b="1">
                <a:solidFill>
                  <a:srgbClr val="FF0000"/>
                </a:solidFill>
              </a:rPr>
              <a:t>?</a:t>
            </a:r>
            <a:endParaRPr sz="9600" b="1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3136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57199" y="209549"/>
            <a:ext cx="11010208" cy="6134099"/>
          </a:xfrm>
          <a:prstGeom prst="rect">
            <a:avLst/>
          </a:prstGeom>
        </p:spPr>
      </p:pic>
      <p:pic>
        <p:nvPicPr>
          <p:cNvPr id="33120901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9372600" y="4000499"/>
            <a:ext cx="1828800" cy="19526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518882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09549" y="247649"/>
            <a:ext cx="9486899" cy="4772025"/>
          </a:xfrm>
          <a:prstGeom prst="rect">
            <a:avLst/>
          </a:prstGeom>
        </p:spPr>
      </p:pic>
      <p:pic>
        <p:nvPicPr>
          <p:cNvPr id="91561698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000750" y="3429000"/>
            <a:ext cx="5793149" cy="30048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761108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266699" y="-114299"/>
            <a:ext cx="12141085" cy="6743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933519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Penilaian: </a:t>
            </a:r>
            <a:r>
              <a:rPr sz="3200" i="1"/>
              <a:t>peer evaluation</a:t>
            </a:r>
            <a:endParaRPr sz="3200"/>
          </a:p>
        </p:txBody>
      </p:sp>
      <p:sp>
        <p:nvSpPr>
          <p:cNvPr id="1766793986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Kejujuran dan keapaadaan (baca keagaksedikittegaan)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Reflektif: seharusnya mudah dipahami sesama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Empati: komentar/kritik konstruktif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Skala 1-7 (2x) untuk 5V yang pertama (70%)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Seberapa urgen masalah yang diangkat (10%)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Seberapa presentasi mudah dipahami (10+10%)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*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+1 untuk masing-masing komentar/tanya jawab (maks 5)</a:t>
            </a:r>
            <a:endParaRPr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2026-03-25T07:31:09Z</dcterms:modified>
</cp:coreProperties>
</file>