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096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215871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3201999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6735859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378498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48427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042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29847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5239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8219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911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622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110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389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C36D1-48B9-77A7-059C-FAB9F3BEA3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372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089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700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272878-E37A-D606-AD5A-A96CE3DB26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455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430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129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E1A712-1AD3-9DF6-9596-C5FEC53BB6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20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8006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927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7A4857-064C-C475-3664-DCE6F5384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344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3784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405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06924-543E-8C18-F9C4-B030117703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792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526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931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BFC65A-55E1-52FA-900B-5E3E111B8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212215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18431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7551506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1779093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7105282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1505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970301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394054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612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708269789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836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921139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35821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976472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2586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82057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38380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73503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36649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3303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8110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310772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7310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762125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274007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2178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9769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884187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75412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033844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754363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7129508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418399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7288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7578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6227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3307705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55300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9155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714044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9635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268747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9855506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51217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77948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62588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7086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35499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492633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87641348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159619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859010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7377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5961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246814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5655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45170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917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5973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88706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58002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4779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1213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600922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802315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29428512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6573546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4307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533919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670499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091214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21583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Evaluasi Tengah Semester (3, 10, 17 April)</a:t>
            </a:r>
            <a:endParaRPr sz="4800"/>
          </a:p>
        </p:txBody>
      </p:sp>
      <p:sp>
        <p:nvSpPr>
          <p:cNvPr id="2009635502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548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Karakteristik (5V yang pertama)</a:t>
            </a:r>
            <a:endParaRPr sz="3200"/>
          </a:p>
        </p:txBody>
      </p:sp>
      <p:sp>
        <p:nvSpPr>
          <p:cNvPr id="2087574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104665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Volume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(ukuran kuantitatif ke-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big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-an data, lah)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Velocity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(seberapa cepat terus bertambah)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Variety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(berbagai jenis bacaan/kolom sekaligus)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Veracity (tingkat keakuratan, resolusi, dan keandalan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(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informasi yang bisa diturunkan,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knowledge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yang bisa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dikulik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3759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Aktivitas ETS: presentasi, dinilai rekan sekelas</a:t>
            </a:r>
            <a:endParaRPr sz="3200"/>
          </a:p>
        </p:txBody>
      </p:sp>
      <p:sp>
        <p:nvSpPr>
          <p:cNvPr id="16377271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318474"/>
            <a:ext cx="11565300" cy="51815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Struktur </a:t>
            </a: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urutan</a:t>
            </a: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slide:</a:t>
            </a:r>
            <a:endParaRPr lang="en-US" sz="3200" b="1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Judul, anggota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Latar belakang [dan tujuan]: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mengapa penting atau menarik?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Metode akuisisi data, spesifikasi data, sampel cuplikan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Masing-masing aspek 5V dijabarkan pada slide terpisah (volume, velocity, variety, veracity, value)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Analisis/insight sementara yang didapat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Bagaimana tambahan data baru dapat memperjelas/meningkatkan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keampuhan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model analisis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Kurangi gambar ilustrasi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filler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yang tidak secara langsung relevan*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3782563" name=""/>
          <p:cNvPicPr>
            <a:picLocks noChangeAspect="1"/>
          </p:cNvPicPr>
          <p:nvPr/>
        </p:nvPicPr>
        <p:blipFill>
          <a:blip r:embed="rId3"/>
          <a:srcRect l="6133" t="12900" r="3765" b="0"/>
          <a:stretch/>
        </p:blipFill>
        <p:spPr bwMode="auto">
          <a:xfrm flipH="0" flipV="0">
            <a:off x="421049" y="0"/>
            <a:ext cx="10685530" cy="6419849"/>
          </a:xfrm>
          <a:prstGeom prst="rect">
            <a:avLst/>
          </a:prstGeom>
        </p:spPr>
      </p:pic>
      <p:pic>
        <p:nvPicPr>
          <p:cNvPr id="194752350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95999" y="4712240"/>
            <a:ext cx="5850299" cy="1917159"/>
          </a:xfrm>
          <a:prstGeom prst="rect">
            <a:avLst/>
          </a:prstGeom>
        </p:spPr>
      </p:pic>
      <p:cxnSp>
        <p:nvCxnSpPr>
          <p:cNvPr id="1430324863" name=""/>
          <p:cNvCxnSpPr/>
          <p:nvPr/>
        </p:nvCxnSpPr>
        <p:spPr bwMode="auto">
          <a:xfrm flipH="1" flipV="0">
            <a:off x="7298100" y="361949"/>
            <a:ext cx="3486150" cy="3009899"/>
          </a:xfrm>
          <a:prstGeom prst="line">
            <a:avLst/>
          </a:prstGeom>
          <a:ln w="76199" cap="flat" cmpd="sng" algn="ctr">
            <a:solidFill>
              <a:srgbClr val="FF0000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3435603" name=""/>
          <p:cNvSpPr txBox="1"/>
          <p:nvPr/>
        </p:nvSpPr>
        <p:spPr bwMode="auto">
          <a:xfrm rot="0" flipH="0" flipV="0">
            <a:off x="2726099" y="2743199"/>
            <a:ext cx="928334" cy="15548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9600" b="1">
                <a:solidFill>
                  <a:srgbClr val="FF0000"/>
                </a:solidFill>
              </a:rPr>
              <a:t>?</a:t>
            </a:r>
            <a:endParaRPr sz="9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3143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7199" y="209549"/>
            <a:ext cx="11010208" cy="6134099"/>
          </a:xfrm>
          <a:prstGeom prst="rect">
            <a:avLst/>
          </a:prstGeom>
        </p:spPr>
      </p:pic>
      <p:pic>
        <p:nvPicPr>
          <p:cNvPr id="10981878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372600" y="4000499"/>
            <a:ext cx="1828800" cy="1952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57678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266699" y="-114299"/>
            <a:ext cx="12141085" cy="674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3926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9549" y="247649"/>
            <a:ext cx="9486899" cy="4772025"/>
          </a:xfrm>
          <a:prstGeom prst="rect">
            <a:avLst/>
          </a:prstGeom>
        </p:spPr>
      </p:pic>
      <p:pic>
        <p:nvPicPr>
          <p:cNvPr id="14445806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00750" y="3429000"/>
            <a:ext cx="5793149" cy="3004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262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Penilaian: </a:t>
            </a:r>
            <a:r>
              <a:rPr sz="3200" i="1"/>
              <a:t>peer evaluation</a:t>
            </a:r>
            <a:endParaRPr sz="3200"/>
          </a:p>
        </p:txBody>
      </p:sp>
      <p:sp>
        <p:nvSpPr>
          <p:cNvPr id="137185051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Kejujuran dan objektivitas/keapaadaan (baca keagaksedikittegaan)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Reflektif: seharusnya mudah dipahami sesama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Empati: komentar/kritik konstruktif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Skala 1-7 (2x) untuk 5V yang pertama (70%)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Seberapa urgen masalah yang diangkat (10%)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Seberapa presentasi mudah dipahami (10+10%)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*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+1 untuk masing-masing komentar/tanya jawab (maks 5)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-1 untuk tidak memberikan penilaian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2026-03-27T01:11:38Z</dcterms:modified>
</cp:coreProperties>
</file>