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20966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8215871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03201999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6735859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378498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484279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042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298472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5239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8219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911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622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110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3897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C36D1-48B9-77A7-059C-FAB9F3BEA3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13721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40895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7000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272878-E37A-D606-AD5A-A96CE3DB26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4554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74303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1298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E1A712-1AD3-9DF6-9596-C5FEC53BB69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205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80069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927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7A4857-064C-C475-3664-DCE6F53844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3442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3784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405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06924-543E-8C18-F9C4-B030117703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792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1526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9310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BFC65A-55E1-52FA-900B-5E3E111B8F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0212215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918431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17551506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17790937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07105282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31505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6970301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394054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6121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708269789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836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921139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835821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9764729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32586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820571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6383803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73503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9366496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3303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8110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3107727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973109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762125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274007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2178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9769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8841875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1754120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0338447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7543632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7129508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4183993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72888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7578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662272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3307705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55300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91559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7140449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96351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268747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98555066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51217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377948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962588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170868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235499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4926336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87641348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1596194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859010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7377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5961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7246814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56559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451707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9170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59732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6887062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958002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947797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1213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600922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58023154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29428512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65735462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24307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8533919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6704996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20091214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21583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Evaluasi Tengah Semester (3, 10, 17 April)</a:t>
            </a:r>
            <a:endParaRPr sz="4800"/>
          </a:p>
        </p:txBody>
      </p:sp>
      <p:sp>
        <p:nvSpPr>
          <p:cNvPr id="2009635502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5488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Karakteristik (5V yang pertama)</a:t>
            </a:r>
            <a:endParaRPr sz="3200"/>
          </a:p>
        </p:txBody>
      </p:sp>
      <p:sp>
        <p:nvSpPr>
          <p:cNvPr id="2087574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Volume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(ukuran kuantitatif ke-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big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-an data, lah)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Velocity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(seberapa cepat terus bertambah)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Variety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(berbagai jenis bacaan/kolom sekaligus)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Veracity (tingkat keakuratan, resolusi, dan keandalan data)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Value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informasi yang bisa diturunkan,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knowledge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yang bisa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dikulik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3759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Aktivitas ETS: presentasi, dinilai rekan sekelas</a:t>
            </a:r>
            <a:endParaRPr sz="3200"/>
          </a:p>
        </p:txBody>
      </p:sp>
      <p:sp>
        <p:nvSpPr>
          <p:cNvPr id="163772718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318474"/>
            <a:ext cx="11565300" cy="51815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Struktur 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urutan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slide:</a:t>
            </a:r>
            <a:endParaRPr lang="en-US" sz="3200" b="1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Judul, anggota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Latar belakang [dan tujuan]: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mengapa penting atau menarik?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Metode akuisisi data, spesifikasi data, sampel cuplikan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Masing-masing aspek 5V dijabarkan pada slide terpisah (volume, velocity, variety, veracity, value)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Analisis/insight sementara yang didapat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Bagaimana tambahan data baru dapat memperjelas/meningkatkan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keampuhan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model analisis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Kurangi gambar ilustrasi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filler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yang tidak secara langsung relevan*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3782563" name=""/>
          <p:cNvPicPr>
            <a:picLocks noChangeAspect="1"/>
          </p:cNvPicPr>
          <p:nvPr/>
        </p:nvPicPr>
        <p:blipFill>
          <a:blip r:embed="rId3"/>
          <a:srcRect l="6133" t="12900" r="3765" b="0"/>
          <a:stretch/>
        </p:blipFill>
        <p:spPr bwMode="auto">
          <a:xfrm flipH="0" flipV="0">
            <a:off x="421049" y="0"/>
            <a:ext cx="10685530" cy="6419849"/>
          </a:xfrm>
          <a:prstGeom prst="rect">
            <a:avLst/>
          </a:prstGeom>
        </p:spPr>
      </p:pic>
      <p:pic>
        <p:nvPicPr>
          <p:cNvPr id="194752350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95999" y="4712240"/>
            <a:ext cx="5850299" cy="1917159"/>
          </a:xfrm>
          <a:prstGeom prst="rect">
            <a:avLst/>
          </a:prstGeom>
        </p:spPr>
      </p:pic>
      <p:cxnSp>
        <p:nvCxnSpPr>
          <p:cNvPr id="1430324863" name=""/>
          <p:cNvCxnSpPr/>
          <p:nvPr/>
        </p:nvCxnSpPr>
        <p:spPr bwMode="auto">
          <a:xfrm flipH="1" flipV="0">
            <a:off x="7298100" y="361949"/>
            <a:ext cx="3486150" cy="3009899"/>
          </a:xfrm>
          <a:prstGeom prst="line">
            <a:avLst/>
          </a:prstGeom>
          <a:ln w="76199" cap="flat" cmpd="sng" algn="ctr">
            <a:solidFill>
              <a:srgbClr val="FF0000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3435603" name=""/>
          <p:cNvSpPr txBox="1"/>
          <p:nvPr/>
        </p:nvSpPr>
        <p:spPr bwMode="auto">
          <a:xfrm rot="0" flipH="0" flipV="0">
            <a:off x="2726099" y="2743199"/>
            <a:ext cx="928334" cy="155484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9600" b="1">
                <a:solidFill>
                  <a:srgbClr val="FF0000"/>
                </a:solidFill>
              </a:rPr>
              <a:t>?</a:t>
            </a:r>
            <a:endParaRPr sz="9600" b="1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93143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57199" y="209549"/>
            <a:ext cx="11010208" cy="6134099"/>
          </a:xfrm>
          <a:prstGeom prst="rect">
            <a:avLst/>
          </a:prstGeom>
        </p:spPr>
      </p:pic>
      <p:pic>
        <p:nvPicPr>
          <p:cNvPr id="109818788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372600" y="4000499"/>
            <a:ext cx="1828800" cy="1952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57678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266699" y="-114299"/>
            <a:ext cx="12141085" cy="6743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3926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09549" y="247649"/>
            <a:ext cx="9486899" cy="4772025"/>
          </a:xfrm>
          <a:prstGeom prst="rect">
            <a:avLst/>
          </a:prstGeom>
        </p:spPr>
      </p:pic>
      <p:pic>
        <p:nvPicPr>
          <p:cNvPr id="144458067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00750" y="3429000"/>
            <a:ext cx="5793149" cy="30048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26242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Penilaian: </a:t>
            </a:r>
            <a:r>
              <a:rPr sz="3200" i="1"/>
              <a:t>peer evaluation</a:t>
            </a:r>
            <a:endParaRPr sz="3200"/>
          </a:p>
        </p:txBody>
      </p:sp>
      <p:sp>
        <p:nvSpPr>
          <p:cNvPr id="137185051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Kejujuran dan objektivitas/keapaadaan (baca keagaksedikittegaan)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Reflektif: seharusnya mudah dipahami sesama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Empati: komentar/kritik konstruktif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Skala 1-7 (2x) untuk 5V yang pertama (70%)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Seberapa urgen masalah yang diangkat (10%)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Seberapa presentasi mudah dipahami (10+10%)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*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+1 untuk masing-masing komentar/tanya jawab (maks 5)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-1 untuk tidak memberikan penilaian</a:t>
            </a:r>
            <a:endParaRPr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modified xsi:type="dcterms:W3CDTF">2026-03-27T01:11:38Z</dcterms:modified>
</cp:coreProperties>
</file>