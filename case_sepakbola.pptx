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53395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544700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49571632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2046009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3324484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639916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9846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1389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3388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678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028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654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328655-01FB-60C9-329C-CD66B065BA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449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082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561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7DDC1E-C0CD-C052-6756-8F8E379A3F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4594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8337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8460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FE149-CCFB-5186-C307-1C0BB35D2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606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9190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5776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9C0D9E-475F-7B4C-EA5D-85E0018667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529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50343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89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D4E670-E0C4-5027-7D4B-87908A93F5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714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8912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142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F00373-118D-9EDD-7B07-34F8BD158D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008414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86469572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86260456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90334205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19374958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5146226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21399894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068525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4208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461397236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7504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502246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517451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959715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339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006346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04890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077254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094367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677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8457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4051934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823353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1631147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494801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8808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143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999230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315824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2983849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7324927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43246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5155851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30129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2537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0153796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861862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31272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7105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0367177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79922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244334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61475333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2097634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406402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960023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8880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82895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4083041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48880191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861879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12050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7972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347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7153966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196510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908611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3033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0352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2688323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668637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57391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5244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538400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53170837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21452335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59160590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203328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5377205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5327751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402081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CLZZl-vmGLQ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orldpopulationreview.com/country-rankings/soccer-players-by-country" TargetMode="External"/><Relationship Id="rId4" Type="http://schemas.openxmlformats.org/officeDocument/2006/relationships/hyperlink" Target="https://digitalhub.fifa.com/m/55621f9fdc8ea7b4/original/mzid0qmguixkcmruvema-pdf.pdf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4057745" name=""/>
          <p:cNvPicPr>
            <a:picLocks noChangeAspect="1"/>
          </p:cNvPicPr>
          <p:nvPr/>
        </p:nvPicPr>
        <p:blipFill>
          <a:blip r:embed="rId3">
            <a:alphaModFix amt="33000"/>
          </a:blip>
          <a:stretch/>
        </p:blipFill>
        <p:spPr bwMode="auto">
          <a:xfrm flipH="0" flipV="0">
            <a:off x="158053" y="2348535"/>
            <a:ext cx="6497571" cy="4323838"/>
          </a:xfrm>
          <a:prstGeom prst="rect">
            <a:avLst/>
          </a:prstGeom>
        </p:spPr>
      </p:pic>
      <p:sp>
        <p:nvSpPr>
          <p:cNvPr id="129676909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02049" y="2381248"/>
            <a:ext cx="10781226" cy="193834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/>
              <a:t>Big Data dalam: Sepak Bola</a:t>
            </a:r>
            <a:endParaRPr sz="4800"/>
          </a:p>
        </p:txBody>
      </p:sp>
      <p:sp>
        <p:nvSpPr>
          <p:cNvPr id="502255538" name=""/>
          <p:cNvSpPr txBox="1"/>
          <p:nvPr/>
        </p:nvSpPr>
        <p:spPr bwMode="auto">
          <a:xfrm rot="0" flipH="0" flipV="0">
            <a:off x="8175183" y="6395719"/>
            <a:ext cx="386803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https://github.com/jendralhxr/bigdata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851052" name=""/>
          <p:cNvSpPr txBox="1"/>
          <p:nvPr/>
        </p:nvSpPr>
        <p:spPr bwMode="auto">
          <a:xfrm rot="0" flipH="0" flipV="0">
            <a:off x="993069" y="6817995"/>
            <a:ext cx="525851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u="sng">
                <a:hlinkClick r:id="rId3" tooltip=""/>
              </a:rPr>
              <a:t>https://www.youtube.com/watch?v=CLZZl-vmGLQ</a:t>
            </a:r>
            <a:r>
              <a:rPr/>
              <a:t> </a:t>
            </a:r>
            <a:endParaRPr/>
          </a:p>
        </p:txBody>
      </p:sp>
      <p:pic>
        <p:nvPicPr>
          <p:cNvPr id="14091486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61249" y="130658"/>
            <a:ext cx="10377720" cy="65682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7864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Volume</a:t>
            </a:r>
            <a:r>
              <a:rPr sz="3200"/>
              <a:t> dan Velocity</a:t>
            </a:r>
            <a:endParaRPr sz="3200"/>
          </a:p>
        </p:txBody>
      </p:sp>
      <p:sp>
        <p:nvSpPr>
          <p:cNvPr id="173341801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1600200"/>
            <a:ext cx="11046650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Olahraga paling populer</a:t>
            </a:r>
            <a:r>
              <a:rPr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(&gt;270</a:t>
            </a:r>
            <a:r>
              <a:rPr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juta)</a:t>
            </a:r>
            <a:r>
              <a:rPr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di 135 negara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120.000-an pemain profesional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1 liga/tahun: 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3721349" name=""/>
          <p:cNvSpPr txBox="1"/>
          <p:nvPr/>
        </p:nvSpPr>
        <p:spPr bwMode="auto">
          <a:xfrm rot="0" flipH="0" flipV="0">
            <a:off x="261297" y="6760209"/>
            <a:ext cx="6194328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000" u="sng">
                <a:hlinkClick r:id="rId3" tooltip=""/>
              </a:rPr>
              <a:t>https://worldpopulationreview.com/country-rankings/soccer-players-by-country</a:t>
            </a:r>
            <a:r>
              <a:rPr sz="1000"/>
              <a:t> </a:t>
            </a:r>
            <a:endParaRPr sz="1000"/>
          </a:p>
          <a:p>
            <a:pPr algn="l">
              <a:defRPr/>
            </a:pPr>
            <a:r>
              <a:rPr lang="en-US" sz="10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4" tooltip=""/>
              </a:rPr>
              <a:t>https://digitalhub.fifa.com/m/55621f9fdc8ea7b4/original/mzid0qmguixkcmruvema-pdf.pdf</a:t>
            </a:r>
            <a:r>
              <a:rPr sz="1000"/>
              <a:t> </a:t>
            </a:r>
            <a:endParaRPr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3447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Velocity</a:t>
            </a:r>
            <a:endParaRPr sz="3200"/>
          </a:p>
        </p:txBody>
      </p:sp>
      <p:sp>
        <p:nvSpPr>
          <p:cNvPr id="94568177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7" y="1600200"/>
            <a:ext cx="11046650" cy="452596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/>
              <a:t>19 tim/liga, round robin</a:t>
            </a:r>
            <a:endParaRPr/>
          </a:p>
          <a:p>
            <a:pPr>
              <a:defRPr/>
            </a:pPr>
            <a:r>
              <a:rPr/>
              <a:t>380 pertandingan/musim</a:t>
            </a:r>
            <a:endParaRPr/>
          </a:p>
          <a:p>
            <a:pPr>
              <a:defRPr/>
            </a:pPr>
            <a:r>
              <a:rPr/>
              <a:t>... di beberapa liga</a:t>
            </a:r>
            <a:endParaRPr/>
          </a:p>
          <a:p>
            <a:pPr>
              <a:defRPr/>
            </a:pPr>
            <a:r>
              <a:rPr/>
              <a:t>... di beberapa negara</a:t>
            </a:r>
            <a:endParaRPr/>
          </a:p>
        </p:txBody>
      </p:sp>
      <p:pic>
        <p:nvPicPr>
          <p:cNvPr id="21186215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409766" y="150812"/>
            <a:ext cx="1605913" cy="6556374"/>
          </a:xfrm>
          <a:prstGeom prst="rect">
            <a:avLst/>
          </a:prstGeom>
        </p:spPr>
      </p:pic>
      <p:pic>
        <p:nvPicPr>
          <p:cNvPr id="428492766" name=""/>
          <p:cNvPicPr>
            <a:picLocks noChangeAspect="1"/>
          </p:cNvPicPr>
          <p:nvPr/>
        </p:nvPicPr>
        <p:blipFill>
          <a:blip r:embed="rId4"/>
          <a:srcRect l="0" t="0" r="23632" b="0"/>
          <a:stretch/>
        </p:blipFill>
        <p:spPr bwMode="auto">
          <a:xfrm rot="0" flipH="0" flipV="0">
            <a:off x="6267449" y="207962"/>
            <a:ext cx="3964349" cy="2609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9570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Variety</a:t>
            </a:r>
            <a:endParaRPr sz="3200"/>
          </a:p>
        </p:txBody>
      </p:sp>
      <p:pic>
        <p:nvPicPr>
          <p:cNvPr id="842819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09598" y="1185128"/>
            <a:ext cx="3754800" cy="2932423"/>
          </a:xfrm>
          <a:prstGeom prst="rect">
            <a:avLst/>
          </a:prstGeom>
        </p:spPr>
      </p:pic>
      <p:pic>
        <p:nvPicPr>
          <p:cNvPr id="183494829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495799" y="1229400"/>
            <a:ext cx="4231049" cy="2888151"/>
          </a:xfrm>
          <a:prstGeom prst="rect">
            <a:avLst/>
          </a:prstGeom>
        </p:spPr>
      </p:pic>
      <p:pic>
        <p:nvPicPr>
          <p:cNvPr id="198071209" name=""/>
          <p:cNvPicPr>
            <a:picLocks noChangeAspect="1"/>
          </p:cNvPicPr>
          <p:nvPr/>
        </p:nvPicPr>
        <p:blipFill>
          <a:blip r:embed="rId5"/>
          <a:srcRect l="0" t="0" r="0" b="37142"/>
          <a:stretch/>
        </p:blipFill>
        <p:spPr bwMode="auto">
          <a:xfrm flipH="0" flipV="0">
            <a:off x="609598" y="4362449"/>
            <a:ext cx="5240700" cy="1846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9455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Veracity</a:t>
            </a:r>
            <a:endParaRPr sz="3200"/>
          </a:p>
        </p:txBody>
      </p:sp>
      <p:sp>
        <p:nvSpPr>
          <p:cNvPr id="50619986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7" y="1600200"/>
            <a:ext cx="11046650" cy="452596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Kelewat 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4818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Value</a:t>
            </a:r>
            <a:endParaRPr sz="3200"/>
          </a:p>
        </p:txBody>
      </p:sp>
      <p:sp>
        <p:nvSpPr>
          <p:cNvPr id="141701441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7" y="1600200"/>
            <a:ext cx="11046650" cy="452596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Volume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(ukuran kuantitatif ke-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big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-an data, lah)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Velocity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(seberapa cepat terus bertambah)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Variety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(berbagai jenis bacaan/kolom sekaligus)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Veracity (tingkat keakuratan, resolusi, dan keandalan data)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Value (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informasi yang bisa diturunkan, 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knowledge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yang bisa 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dikulik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</cp:revision>
  <dcterms:modified xsi:type="dcterms:W3CDTF">2026-05-05T23:26:51Z</dcterms:modified>
</cp:coreProperties>
</file>