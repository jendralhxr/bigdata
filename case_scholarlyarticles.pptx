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s/slide9.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notesSlides/notesSlide8.xml" ContentType="application/vnd.openxmlformats-officedocument.presentationml.notesSlide+xml"/>
  <Override PartName="/ppt/slides/slide8.xml" ContentType="application/vnd.openxmlformats-officedocument.presentationml.slide+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4"/>
  </p:notes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notesMaster" Target="notesMasters/notesMaster1.xml"/><Relationship Id="rId15" Type="http://schemas.openxmlformats.org/officeDocument/2006/relationships/presProps" Target="presProps.xml" /><Relationship Id="rId16" Type="http://schemas.openxmlformats.org/officeDocument/2006/relationships/tableStyles" Target="tableStyles.xml" /><Relationship Id="rId17"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142459057"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0682361"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406030382"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656943323"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367659"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526058421"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96094594" name="Slide Image Placeholder 1"/>
          <p:cNvSpPr>
            <a:spLocks noChangeAspect="1" noGrp="1" noRot="1"/>
          </p:cNvSpPr>
          <p:nvPr>
            <p:ph type="sldImg"/>
          </p:nvPr>
        </p:nvSpPr>
        <p:spPr bwMode="auto">
          <a:xfrm>
            <a:off x="685800" y="1143000"/>
            <a:ext cx="5486400" cy="3086100"/>
          </a:xfrm>
        </p:spPr>
      </p:sp>
      <p:sp>
        <p:nvSpPr>
          <p:cNvPr id="517482880" name="Notes Placeholder 2"/>
          <p:cNvSpPr>
            <a:spLocks noGrp="1"/>
          </p:cNvSpPr>
          <p:nvPr>
            <p:ph type="body" idx="1"/>
          </p:nvPr>
        </p:nvSpPr>
        <p:spPr bwMode="auto"/>
        <p:txBody>
          <a:bodyPr/>
          <a:lstStyle/>
          <a:p>
            <a:pPr>
              <a:defRPr/>
            </a:pPr>
            <a:endParaRPr lang="en-US">
              <a:latin typeface="Arial"/>
              <a:cs typeface="Arial"/>
            </a:endParaRPr>
          </a:p>
        </p:txBody>
      </p:sp>
      <p:sp>
        <p:nvSpPr>
          <p:cNvPr id="680892329"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5535196" name="Slide Image Placeholder 1"/>
          <p:cNvSpPr>
            <a:spLocks noChangeAspect="1" noGrp="1" noRot="1"/>
          </p:cNvSpPr>
          <p:nvPr>
            <p:ph type="sldImg"/>
          </p:nvPr>
        </p:nvSpPr>
        <p:spPr bwMode="auto"/>
      </p:sp>
      <p:sp>
        <p:nvSpPr>
          <p:cNvPr id="137991238" name="Notes Placeholder 2"/>
          <p:cNvSpPr>
            <a:spLocks noGrp="1"/>
          </p:cNvSpPr>
          <p:nvPr>
            <p:ph type="body" idx="1"/>
          </p:nvPr>
        </p:nvSpPr>
        <p:spPr bwMode="auto"/>
        <p:txBody>
          <a:bodyPr/>
          <a:lstStyle/>
          <a:p>
            <a:pPr>
              <a:defRPr/>
            </a:pPr>
            <a:endParaRPr/>
          </a:p>
        </p:txBody>
      </p:sp>
      <p:sp>
        <p:nvSpPr>
          <p:cNvPr id="711713071" name="Slide Number Placeholder 3"/>
          <p:cNvSpPr>
            <a:spLocks noGrp="1"/>
          </p:cNvSpPr>
          <p:nvPr>
            <p:ph type="sldNum" sz="quarter" idx="10"/>
          </p:nvPr>
        </p:nvSpPr>
        <p:spPr bwMode="auto"/>
        <p:txBody>
          <a:bodyPr/>
          <a:lstStyle/>
          <a:p>
            <a:pPr>
              <a:defRPr/>
            </a:pPr>
            <a:fld id="{6ED01EE2-A271-2A8C-597A-4D9902D647FB}"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32516320" name="Slide Image Placeholder 1"/>
          <p:cNvSpPr>
            <a:spLocks noChangeAspect="1" noGrp="1" noRot="1"/>
          </p:cNvSpPr>
          <p:nvPr>
            <p:ph type="sldImg"/>
          </p:nvPr>
        </p:nvSpPr>
        <p:spPr bwMode="auto"/>
      </p:sp>
      <p:sp>
        <p:nvSpPr>
          <p:cNvPr id="736320301" name="Notes Placeholder 2"/>
          <p:cNvSpPr>
            <a:spLocks noGrp="1"/>
          </p:cNvSpPr>
          <p:nvPr>
            <p:ph type="body" idx="1"/>
          </p:nvPr>
        </p:nvSpPr>
        <p:spPr bwMode="auto"/>
        <p:txBody>
          <a:bodyPr/>
          <a:lstStyle/>
          <a:p>
            <a:pPr>
              <a:defRPr/>
            </a:pPr>
            <a:endParaRPr/>
          </a:p>
        </p:txBody>
      </p:sp>
      <p:sp>
        <p:nvSpPr>
          <p:cNvPr id="879661431" name="Slide Number Placeholder 3"/>
          <p:cNvSpPr>
            <a:spLocks noGrp="1"/>
          </p:cNvSpPr>
          <p:nvPr>
            <p:ph type="sldNum" sz="quarter" idx="10"/>
          </p:nvPr>
        </p:nvSpPr>
        <p:spPr bwMode="auto"/>
        <p:txBody>
          <a:bodyPr/>
          <a:lstStyle/>
          <a:p>
            <a:pPr>
              <a:defRPr/>
            </a:pPr>
            <a:fld id="{F071B71F-FE9A-8D28-ADDE-DC290BE649B9}"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4658B42-A835-3952-57FB-512FF6FFD451}"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6D26C16-287D-5183-0FA8-343A58B91015}"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734554" name="Slide Image Placeholder 1"/>
          <p:cNvSpPr>
            <a:spLocks noChangeAspect="1" noGrp="1" noRot="1"/>
          </p:cNvSpPr>
          <p:nvPr>
            <p:ph type="sldImg"/>
          </p:nvPr>
        </p:nvSpPr>
        <p:spPr bwMode="auto"/>
      </p:sp>
      <p:sp>
        <p:nvSpPr>
          <p:cNvPr id="1386792904" name="Notes Placeholder 2"/>
          <p:cNvSpPr>
            <a:spLocks noGrp="1"/>
          </p:cNvSpPr>
          <p:nvPr>
            <p:ph type="body" idx="1"/>
          </p:nvPr>
        </p:nvSpPr>
        <p:spPr bwMode="auto"/>
        <p:txBody>
          <a:bodyPr/>
          <a:lstStyle/>
          <a:p>
            <a:pPr>
              <a:defRPr/>
            </a:pPr>
            <a:endParaRPr/>
          </a:p>
        </p:txBody>
      </p:sp>
      <p:sp>
        <p:nvSpPr>
          <p:cNvPr id="1928497783" name="Slide Number Placeholder 3"/>
          <p:cNvSpPr>
            <a:spLocks noGrp="1"/>
          </p:cNvSpPr>
          <p:nvPr>
            <p:ph type="sldNum" sz="quarter" idx="10"/>
          </p:nvPr>
        </p:nvSpPr>
        <p:spPr bwMode="auto"/>
        <p:txBody>
          <a:bodyPr/>
          <a:lstStyle/>
          <a:p>
            <a:pPr>
              <a:defRPr/>
            </a:pPr>
            <a:fld id="{D8A96323-28B2-6B16-787F-CE901AD5AAA3}"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78132E6-A137-8677-D26B-5A533952067F}"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71821665" name="Slide Image Placeholder 1"/>
          <p:cNvSpPr>
            <a:spLocks noChangeAspect="1" noGrp="1" noRot="1"/>
          </p:cNvSpPr>
          <p:nvPr>
            <p:ph type="sldImg"/>
          </p:nvPr>
        </p:nvSpPr>
        <p:spPr bwMode="auto"/>
      </p:sp>
      <p:sp>
        <p:nvSpPr>
          <p:cNvPr id="1575714865" name="Notes Placeholder 2"/>
          <p:cNvSpPr>
            <a:spLocks noGrp="1"/>
          </p:cNvSpPr>
          <p:nvPr>
            <p:ph type="body" idx="1"/>
          </p:nvPr>
        </p:nvSpPr>
        <p:spPr bwMode="auto"/>
        <p:txBody>
          <a:bodyPr/>
          <a:lstStyle/>
          <a:p>
            <a:pPr>
              <a:defRPr/>
            </a:pPr>
            <a:endParaRPr/>
          </a:p>
        </p:txBody>
      </p:sp>
      <p:sp>
        <p:nvSpPr>
          <p:cNvPr id="1569570413" name="Slide Number Placeholder 3"/>
          <p:cNvSpPr>
            <a:spLocks noGrp="1"/>
          </p:cNvSpPr>
          <p:nvPr>
            <p:ph type="sldNum" sz="quarter" idx="10"/>
          </p:nvPr>
        </p:nvSpPr>
        <p:spPr bwMode="auto"/>
        <p:txBody>
          <a:bodyPr/>
          <a:lstStyle/>
          <a:p>
            <a:pPr>
              <a:defRPr/>
            </a:pPr>
            <a:fld id="{CC7EE924-7800-1C29-6A5E-207217869D36}"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934E6DE-6B7F-6FEF-CEFA-1793CB75724A}"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4216260" name="Slide Image Placeholder 1"/>
          <p:cNvSpPr>
            <a:spLocks noChangeAspect="1" noGrp="1" noRot="1"/>
          </p:cNvSpPr>
          <p:nvPr>
            <p:ph type="sldImg"/>
          </p:nvPr>
        </p:nvSpPr>
        <p:spPr bwMode="auto"/>
      </p:sp>
      <p:sp>
        <p:nvSpPr>
          <p:cNvPr id="1944958359" name="Notes Placeholder 2"/>
          <p:cNvSpPr>
            <a:spLocks noGrp="1"/>
          </p:cNvSpPr>
          <p:nvPr>
            <p:ph type="body" idx="1"/>
          </p:nvPr>
        </p:nvSpPr>
        <p:spPr bwMode="auto"/>
        <p:txBody>
          <a:bodyPr/>
          <a:lstStyle/>
          <a:p>
            <a:pPr>
              <a:defRPr/>
            </a:pPr>
            <a:endParaRPr/>
          </a:p>
        </p:txBody>
      </p:sp>
      <p:sp>
        <p:nvSpPr>
          <p:cNvPr id="2031413364" name="Slide Number Placeholder 3"/>
          <p:cNvSpPr>
            <a:spLocks noGrp="1"/>
          </p:cNvSpPr>
          <p:nvPr>
            <p:ph type="sldNum" sz="quarter" idx="10"/>
          </p:nvPr>
        </p:nvSpPr>
        <p:spPr bwMode="auto"/>
        <p:txBody>
          <a:bodyPr/>
          <a:lstStyle/>
          <a:p>
            <a:pPr>
              <a:defRPr/>
            </a:pPr>
            <a:fld id="{87812119-2D05-28CD-4A32-F5A3A6B938FD}"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Title Slide">
    <p:spTree>
      <p:nvGrpSpPr>
        <p:cNvPr id="1" name=""/>
        <p:cNvGrpSpPr/>
        <p:nvPr/>
      </p:nvGrpSpPr>
      <p:grpSpPr bwMode="auto">
        <a:xfrm>
          <a:off x="0" y="0"/>
          <a:ext cx="0" cy="0"/>
          <a:chOff x="0" y="0"/>
          <a:chExt cx="0" cy="0"/>
        </a:xfrm>
      </p:grpSpPr>
      <p:sp>
        <p:nvSpPr>
          <p:cNvPr id="100595896" name="Shape 1059"/>
          <p:cNvSpPr>
            <a:spLocks noChangeArrowheads="1" noGrp="1"/>
          </p:cNvSpPr>
          <p:nvPr userDrawn="1"/>
        </p:nvSpPr>
        <p:spPr bwMode="auto">
          <a:xfrm>
            <a:off x="2396066" y="2291401"/>
            <a:ext cx="5452533" cy="4165115"/>
          </a:xfrm>
          <a:custGeom>
            <a:avLst/>
            <a:gdLst/>
            <a:ahLst/>
            <a:cxnLst/>
            <a:rect l="l" t="t" r="r" b="b"/>
            <a:pathLst>
              <a:path w="43200" h="43200" fill="norm" stroke="0" extrusionOk="0">
                <a:moveTo>
                  <a:pt x="22112" y="3116"/>
                </a:moveTo>
                <a:lnTo>
                  <a:pt x="22112" y="3116"/>
                </a:lnTo>
                <a:cubicBezTo>
                  <a:pt x="22112" y="3116"/>
                  <a:pt x="27356" y="0"/>
                  <a:pt x="30300" y="4263"/>
                </a:cubicBezTo>
                <a:lnTo>
                  <a:pt x="30300" y="4263"/>
                </a:lnTo>
                <a:cubicBezTo>
                  <a:pt x="33277" y="8577"/>
                  <a:pt x="36666" y="13779"/>
                  <a:pt x="39369" y="17410"/>
                </a:cubicBezTo>
                <a:lnTo>
                  <a:pt x="39369" y="17410"/>
                </a:lnTo>
                <a:cubicBezTo>
                  <a:pt x="41761" y="20624"/>
                  <a:pt x="43200" y="22708"/>
                  <a:pt x="40979" y="26940"/>
                </a:cubicBezTo>
                <a:lnTo>
                  <a:pt x="40979" y="26940"/>
                </a:lnTo>
                <a:cubicBezTo>
                  <a:pt x="39655" y="29461"/>
                  <a:pt x="35076" y="35072"/>
                  <a:pt x="32639" y="38623"/>
                </a:cubicBezTo>
                <a:lnTo>
                  <a:pt x="32639" y="38623"/>
                </a:lnTo>
                <a:cubicBezTo>
                  <a:pt x="30200" y="42175"/>
                  <a:pt x="26202" y="43200"/>
                  <a:pt x="23268" y="42185"/>
                </a:cubicBezTo>
                <a:lnTo>
                  <a:pt x="23268" y="42185"/>
                </a:lnTo>
                <a:cubicBezTo>
                  <a:pt x="20331" y="41168"/>
                  <a:pt x="11584" y="38623"/>
                  <a:pt x="6213" y="36974"/>
                </a:cubicBezTo>
                <a:lnTo>
                  <a:pt x="6213" y="36974"/>
                </a:lnTo>
                <a:cubicBezTo>
                  <a:pt x="1431" y="35502"/>
                  <a:pt x="0" y="32900"/>
                  <a:pt x="214" y="31157"/>
                </a:cubicBezTo>
                <a:lnTo>
                  <a:pt x="214" y="31157"/>
                </a:lnTo>
                <a:cubicBezTo>
                  <a:pt x="760" y="26703"/>
                  <a:pt x="1113" y="19920"/>
                  <a:pt x="1214" y="16042"/>
                </a:cubicBezTo>
                <a:lnTo>
                  <a:pt x="1214" y="16042"/>
                </a:lnTo>
                <a:cubicBezTo>
                  <a:pt x="1303" y="12626"/>
                  <a:pt x="4203" y="11313"/>
                  <a:pt x="6907" y="9989"/>
                </a:cubicBezTo>
                <a:lnTo>
                  <a:pt x="6907" y="9989"/>
                </a:lnTo>
                <a:cubicBezTo>
                  <a:pt x="9245" y="8843"/>
                  <a:pt x="19774" y="4261"/>
                  <a:pt x="22112" y="3116"/>
                </a:cubicBezTo>
                <a:close/>
              </a:path>
            </a:pathLst>
          </a:custGeom>
          <a:solidFill>
            <a:schemeClr val="bg1">
              <a:lumMod val="85000"/>
            </a:schemeClr>
          </a:solidFill>
          <a:ln w="9524">
            <a:solidFill>
              <a:srgbClr val="000000"/>
            </a:solidFill>
            <a:round/>
            <a:headEnd/>
            <a:tailEnd/>
          </a:ln>
        </p:spPr>
      </p:sp>
      <p:sp>
        <p:nvSpPr>
          <p:cNvPr id="517420498" name="Shape 1060"/>
          <p:cNvSpPr>
            <a:spLocks noChangeArrowheads="1" noGrp="1"/>
          </p:cNvSpPr>
          <p:nvPr userDrawn="1"/>
        </p:nvSpPr>
        <p:spPr bwMode="auto">
          <a:xfrm>
            <a:off x="1309514" y="1839834"/>
            <a:ext cx="4011787" cy="1314324"/>
          </a:xfrm>
          <a:custGeom>
            <a:avLst/>
            <a:gdLst/>
            <a:ahLst/>
            <a:cxnLst/>
            <a:rect l="l" t="t" r="r" b="b"/>
            <a:pathLst>
              <a:path w="43200" h="43200" fill="norm" stroke="0" extrusionOk="0">
                <a:moveTo>
                  <a:pt x="40162" y="13104"/>
                </a:moveTo>
                <a:lnTo>
                  <a:pt x="40162" y="13104"/>
                </a:lnTo>
                <a:cubicBezTo>
                  <a:pt x="36799" y="16736"/>
                  <a:pt x="26204" y="28154"/>
                  <a:pt x="22676" y="31251"/>
                </a:cubicBezTo>
                <a:lnTo>
                  <a:pt x="22676" y="31251"/>
                </a:lnTo>
                <a:cubicBezTo>
                  <a:pt x="18513" y="34899"/>
                  <a:pt x="15093" y="37527"/>
                  <a:pt x="13136" y="38511"/>
                </a:cubicBezTo>
                <a:lnTo>
                  <a:pt x="13136" y="38511"/>
                </a:lnTo>
                <a:cubicBezTo>
                  <a:pt x="10861" y="39650"/>
                  <a:pt x="0" y="43200"/>
                  <a:pt x="422" y="38511"/>
                </a:cubicBezTo>
                <a:lnTo>
                  <a:pt x="422" y="38511"/>
                </a:lnTo>
                <a:cubicBezTo>
                  <a:pt x="750" y="34836"/>
                  <a:pt x="12785" y="17028"/>
                  <a:pt x="15584" y="14358"/>
                </a:cubicBezTo>
                <a:lnTo>
                  <a:pt x="15584" y="14358"/>
                </a:lnTo>
                <a:cubicBezTo>
                  <a:pt x="18382" y="11693"/>
                  <a:pt x="34508" y="0"/>
                  <a:pt x="36286" y="2133"/>
                </a:cubicBezTo>
                <a:lnTo>
                  <a:pt x="36286" y="2133"/>
                </a:lnTo>
                <a:cubicBezTo>
                  <a:pt x="38064" y="4272"/>
                  <a:pt x="43200" y="9825"/>
                  <a:pt x="40162" y="13104"/>
                </a:cubicBezTo>
                <a:close/>
              </a:path>
            </a:pathLst>
          </a:custGeom>
          <a:solidFill>
            <a:schemeClr val="bg1">
              <a:lumMod val="85000"/>
            </a:schemeClr>
          </a:solidFill>
          <a:ln w="9524">
            <a:solidFill>
              <a:srgbClr val="000000"/>
            </a:solidFill>
            <a:round/>
            <a:headEnd/>
            <a:tailEnd/>
          </a:ln>
        </p:spPr>
      </p:sp>
      <p:sp>
        <p:nvSpPr>
          <p:cNvPr id="1652839825" name="Shape 1061"/>
          <p:cNvSpPr>
            <a:spLocks noChangeArrowheads="1" noGrp="1"/>
          </p:cNvSpPr>
          <p:nvPr userDrawn="1"/>
        </p:nvSpPr>
        <p:spPr bwMode="auto">
          <a:xfrm>
            <a:off x="6567030" y="4629133"/>
            <a:ext cx="5395523" cy="2231707"/>
          </a:xfrm>
          <a:custGeom>
            <a:avLst/>
            <a:gdLst/>
            <a:ahLst/>
            <a:cxnLst/>
            <a:rect l="l" t="t" r="r" b="b"/>
            <a:pathLst>
              <a:path w="43200" h="43200" fill="norm" stroke="0" extrusionOk="0">
                <a:moveTo>
                  <a:pt x="43200" y="43200"/>
                </a:moveTo>
                <a:lnTo>
                  <a:pt x="43200" y="43200"/>
                </a:lnTo>
                <a:cubicBezTo>
                  <a:pt x="42680" y="32337"/>
                  <a:pt x="42264" y="24810"/>
                  <a:pt x="41982" y="22533"/>
                </a:cubicBezTo>
                <a:lnTo>
                  <a:pt x="41982" y="22533"/>
                </a:lnTo>
                <a:cubicBezTo>
                  <a:pt x="41353" y="17445"/>
                  <a:pt x="31020" y="10782"/>
                  <a:pt x="25434" y="7567"/>
                </a:cubicBezTo>
                <a:lnTo>
                  <a:pt x="25434" y="7567"/>
                </a:lnTo>
                <a:cubicBezTo>
                  <a:pt x="20461" y="4707"/>
                  <a:pt x="15752" y="0"/>
                  <a:pt x="10688" y="12771"/>
                </a:cubicBezTo>
                <a:lnTo>
                  <a:pt x="10688" y="12771"/>
                </a:lnTo>
                <a:cubicBezTo>
                  <a:pt x="5409" y="26085"/>
                  <a:pt x="2329" y="33891"/>
                  <a:pt x="451" y="39632"/>
                </a:cubicBezTo>
                <a:lnTo>
                  <a:pt x="451" y="39632"/>
                </a:lnTo>
                <a:cubicBezTo>
                  <a:pt x="180" y="40459"/>
                  <a:pt x="44" y="41820"/>
                  <a:pt x="0" y="43200"/>
                </a:cubicBezTo>
                <a:lnTo>
                  <a:pt x="43200" y="43200"/>
                </a:lnTo>
                <a:close/>
              </a:path>
            </a:pathLst>
          </a:custGeom>
          <a:solidFill>
            <a:schemeClr val="bg1">
              <a:lumMod val="85000"/>
            </a:schemeClr>
          </a:solidFill>
          <a:ln w="9524">
            <a:solidFill>
              <a:srgbClr val="000000"/>
            </a:solidFill>
            <a:round/>
            <a:headEnd/>
            <a:tailEnd/>
          </a:ln>
        </p:spPr>
      </p:sp>
      <p:sp>
        <p:nvSpPr>
          <p:cNvPr id="1523007410" name="Shape 1062"/>
          <p:cNvSpPr>
            <a:spLocks noChangeArrowheads="1" noGrp="1"/>
          </p:cNvSpPr>
          <p:nvPr userDrawn="1"/>
        </p:nvSpPr>
        <p:spPr bwMode="auto">
          <a:xfrm>
            <a:off x="389187" y="6100774"/>
            <a:ext cx="4968521" cy="759999"/>
          </a:xfrm>
          <a:custGeom>
            <a:avLst/>
            <a:gdLst/>
            <a:ahLst/>
            <a:cxnLst/>
            <a:rect l="l" t="t" r="r" b="b"/>
            <a:pathLst>
              <a:path w="43200" h="43200" fill="norm" stroke="0" extrusionOk="0">
                <a:moveTo>
                  <a:pt x="43200" y="43200"/>
                </a:moveTo>
                <a:lnTo>
                  <a:pt x="43200" y="43200"/>
                </a:lnTo>
                <a:cubicBezTo>
                  <a:pt x="37750" y="34083"/>
                  <a:pt x="28707" y="20178"/>
                  <a:pt x="28707" y="20178"/>
                </a:cubicBezTo>
                <a:lnTo>
                  <a:pt x="28707" y="20178"/>
                </a:lnTo>
                <a:cubicBezTo>
                  <a:pt x="23196" y="11772"/>
                  <a:pt x="17935" y="0"/>
                  <a:pt x="14588" y="1341"/>
                </a:cubicBezTo>
                <a:lnTo>
                  <a:pt x="14588" y="1341"/>
                </a:lnTo>
                <a:cubicBezTo>
                  <a:pt x="11240" y="2673"/>
                  <a:pt x="6350" y="22671"/>
                  <a:pt x="1602" y="37718"/>
                </a:cubicBezTo>
                <a:lnTo>
                  <a:pt x="1602" y="37718"/>
                </a:lnTo>
                <a:cubicBezTo>
                  <a:pt x="1072" y="39393"/>
                  <a:pt x="536" y="41175"/>
                  <a:pt x="0" y="43200"/>
                </a:cubicBezTo>
                <a:lnTo>
                  <a:pt x="43200" y="43200"/>
                </a:lnTo>
                <a:close/>
              </a:path>
            </a:pathLst>
          </a:custGeom>
          <a:solidFill>
            <a:schemeClr val="bg1">
              <a:lumMod val="85000"/>
            </a:schemeClr>
          </a:solidFill>
          <a:ln w="9524">
            <a:solidFill>
              <a:srgbClr val="000000"/>
            </a:solidFill>
            <a:round/>
            <a:headEnd/>
            <a:tailEnd/>
          </a:ln>
        </p:spPr>
      </p:sp>
      <p:sp>
        <p:nvSpPr>
          <p:cNvPr id="1063605583" name="Shape 1063"/>
          <p:cNvSpPr>
            <a:spLocks noChangeArrowheads="1" noGrp="1"/>
          </p:cNvSpPr>
          <p:nvPr userDrawn="1"/>
        </p:nvSpPr>
        <p:spPr bwMode="auto">
          <a:xfrm>
            <a:off x="0" y="3254701"/>
            <a:ext cx="2099733" cy="3343682"/>
          </a:xfrm>
          <a:custGeom>
            <a:avLst/>
            <a:gdLst/>
            <a:ahLst/>
            <a:cxnLst/>
            <a:rect l="l" t="t" r="r" b="b"/>
            <a:pathLst>
              <a:path w="43200" h="43200" fill="norm" stroke="0" extrusionOk="0">
                <a:moveTo>
                  <a:pt x="0" y="43200"/>
                </a:moveTo>
                <a:lnTo>
                  <a:pt x="0" y="43200"/>
                </a:lnTo>
                <a:cubicBezTo>
                  <a:pt x="10450" y="39319"/>
                  <a:pt x="26476" y="34991"/>
                  <a:pt x="31760" y="32779"/>
                </a:cubicBezTo>
                <a:lnTo>
                  <a:pt x="31760" y="32779"/>
                </a:lnTo>
                <a:cubicBezTo>
                  <a:pt x="38554" y="29929"/>
                  <a:pt x="35982" y="23868"/>
                  <a:pt x="39587" y="11934"/>
                </a:cubicBezTo>
                <a:lnTo>
                  <a:pt x="39587" y="11934"/>
                </a:lnTo>
                <a:cubicBezTo>
                  <a:pt x="43199" y="0"/>
                  <a:pt x="33409" y="2565"/>
                  <a:pt x="25082" y="2041"/>
                </a:cubicBezTo>
                <a:lnTo>
                  <a:pt x="25082" y="2041"/>
                </a:lnTo>
                <a:cubicBezTo>
                  <a:pt x="14497" y="1374"/>
                  <a:pt x="7053" y="4621"/>
                  <a:pt x="0" y="7243"/>
                </a:cubicBezTo>
                <a:lnTo>
                  <a:pt x="0" y="43200"/>
                </a:lnTo>
                <a:close/>
              </a:path>
            </a:pathLst>
          </a:custGeom>
          <a:solidFill>
            <a:schemeClr val="bg1">
              <a:lumMod val="85000"/>
            </a:schemeClr>
          </a:solidFill>
          <a:ln w="9524">
            <a:solidFill>
              <a:srgbClr val="000000"/>
            </a:solidFill>
            <a:round/>
            <a:headEnd/>
            <a:tailEnd/>
          </a:ln>
        </p:spPr>
      </p:sp>
      <p:sp>
        <p:nvSpPr>
          <p:cNvPr id="2114788635" name="Subtitle 2"/>
          <p:cNvSpPr>
            <a:spLocks noGrp="1"/>
          </p:cNvSpPr>
          <p:nvPr>
            <p:ph type="subTitle" idx="1"/>
          </p:nvPr>
        </p:nvSpPr>
        <p:spPr bwMode="auto">
          <a:xfrm>
            <a:off x="4655839" y="2708919"/>
            <a:ext cx="6720745" cy="720079"/>
          </a:xfrm>
        </p:spPr>
        <p:txBody>
          <a:bodyPr/>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a:t>Click to edit Master subtitle style</a:t>
            </a:r>
            <a:endParaRPr/>
          </a:p>
        </p:txBody>
      </p:sp>
      <p:sp>
        <p:nvSpPr>
          <p:cNvPr id="1014706489" name="Date Placeholder 3"/>
          <p:cNvSpPr>
            <a:spLocks noGrp="1"/>
          </p:cNvSpPr>
          <p:nvPr>
            <p:ph type="dt" sz="half" idx="10"/>
          </p:nvPr>
        </p:nvSpPr>
        <p:spPr bwMode="auto"/>
        <p:txBody>
          <a:bodyPr/>
          <a:lstStyle/>
          <a:p>
            <a:pPr>
              <a:defRPr/>
            </a:pPr>
            <a:fld id="{A69D51E0-3758-456B-809F-07B187805C7D}" type="datetimeFigureOut">
              <a:rPr/>
              <a:t>22.10.2013</a:t>
            </a:fld>
            <a:endParaRPr/>
          </a:p>
        </p:txBody>
      </p:sp>
      <p:sp>
        <p:nvSpPr>
          <p:cNvPr id="440085622" name="Footer Placeholder 4"/>
          <p:cNvSpPr>
            <a:spLocks noGrp="1"/>
          </p:cNvSpPr>
          <p:nvPr>
            <p:ph type="ftr" sz="quarter" idx="11"/>
          </p:nvPr>
        </p:nvSpPr>
        <p:spPr bwMode="auto"/>
        <p:txBody>
          <a:bodyPr/>
          <a:lstStyle/>
          <a:p>
            <a:pPr>
              <a:defRPr/>
            </a:pPr>
            <a:endParaRPr/>
          </a:p>
        </p:txBody>
      </p:sp>
      <p:sp>
        <p:nvSpPr>
          <p:cNvPr id="827889044" name="Slide Number Placeholder 5"/>
          <p:cNvSpPr>
            <a:spLocks noGrp="1"/>
          </p:cNvSpPr>
          <p:nvPr>
            <p:ph type="sldNum" sz="quarter" idx="12"/>
          </p:nvPr>
        </p:nvSpPr>
        <p:spPr bwMode="auto"/>
        <p:txBody>
          <a:bodyPr/>
          <a:lstStyle/>
          <a:p>
            <a:pPr>
              <a:defRPr/>
            </a:pPr>
            <a:fld id="{4D3B38E7-149F-4D77-9EEF-9309C2CB69A9}" type="slidenum">
              <a:rPr/>
              <a:t>‹#›</a:t>
            </a:fld>
            <a:endParaRPr/>
          </a:p>
        </p:txBody>
      </p:sp>
      <p:sp>
        <p:nvSpPr>
          <p:cNvPr id="2060488616" name="Title 6"/>
          <p:cNvSpPr>
            <a:spLocks noGrp="1"/>
          </p:cNvSpPr>
          <p:nvPr>
            <p:ph type="title"/>
          </p:nvPr>
        </p:nvSpPr>
        <p:spPr bwMode="auto">
          <a:xfrm>
            <a:off x="4595833" y="1808820"/>
            <a:ext cx="6720745" cy="720079"/>
          </a:xfrm>
        </p:spPr>
        <p:txBody>
          <a:bodyPr/>
          <a:lstStyle>
            <a:lvl1pPr algn="r">
              <a:defRPr/>
            </a:lvl1pPr>
          </a:lstStyle>
          <a:p>
            <a:pPr>
              <a:defRPr/>
            </a:pPr>
            <a:r>
              <a:rPr/>
              <a:t>Click to edit Master title style</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516751434" name="Title 1"/>
          <p:cNvSpPr>
            <a:spLocks noGrp="1"/>
          </p:cNvSpPr>
          <p:nvPr>
            <p:ph type="title"/>
          </p:nvPr>
        </p:nvSpPr>
        <p:spPr bwMode="auto"/>
        <p:txBody>
          <a:bodyPr/>
          <a:lstStyle/>
          <a:p>
            <a:pPr>
              <a:defRPr/>
            </a:pPr>
            <a:r>
              <a:rPr/>
              <a:t>Click to edit Master title style</a:t>
            </a:r>
            <a:endParaRPr/>
          </a:p>
        </p:txBody>
      </p:sp>
      <p:sp>
        <p:nvSpPr>
          <p:cNvPr id="1819281766" name="Content Placeholder 2"/>
          <p:cNvSpPr>
            <a:spLocks noGrp="1"/>
          </p:cNvSpPr>
          <p:nvPr>
            <p:ph idx="1"/>
          </p:nvPr>
        </p:nvSpPr>
        <p:spPr bwMode="auto"/>
        <p:txBody>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70250070" name="Date Placeholder 3"/>
          <p:cNvSpPr>
            <a:spLocks noGrp="1"/>
          </p:cNvSpPr>
          <p:nvPr>
            <p:ph type="dt" sz="half" idx="10"/>
          </p:nvPr>
        </p:nvSpPr>
        <p:spPr bwMode="auto"/>
        <p:txBody>
          <a:bodyPr/>
          <a:lstStyle/>
          <a:p>
            <a:pPr>
              <a:defRPr/>
            </a:pPr>
            <a:fld id="{A69D51E0-3758-456B-809F-07B187805C7D}" type="datetimeFigureOut">
              <a:rPr/>
              <a:t>22.10.2013</a:t>
            </a:fld>
            <a:endParaRPr/>
          </a:p>
        </p:txBody>
      </p:sp>
      <p:sp>
        <p:nvSpPr>
          <p:cNvPr id="1350705137" name="Footer Placeholder 4"/>
          <p:cNvSpPr>
            <a:spLocks noGrp="1"/>
          </p:cNvSpPr>
          <p:nvPr>
            <p:ph type="ftr" sz="quarter" idx="11"/>
          </p:nvPr>
        </p:nvSpPr>
        <p:spPr bwMode="auto"/>
        <p:txBody>
          <a:bodyPr/>
          <a:lstStyle/>
          <a:p>
            <a:pPr>
              <a:defRPr/>
            </a:pPr>
            <a:endParaRPr/>
          </a:p>
        </p:txBody>
      </p:sp>
      <p:sp>
        <p:nvSpPr>
          <p:cNvPr id="1313763252" name="Slide Number Placeholder 5"/>
          <p:cNvSpPr>
            <a:spLocks noGrp="1"/>
          </p:cNvSpPr>
          <p:nvPr>
            <p:ph type="sldNum" sz="quarter" idx="12"/>
          </p:nvPr>
        </p:nvSpPr>
        <p:spPr bwMode="auto"/>
        <p:txBody>
          <a:bodyPr/>
          <a:lstStyle/>
          <a:p>
            <a:pPr>
              <a:defRPr/>
            </a:pPr>
            <a:fld id="{4D3B38E7-149F-4D77-9EEF-9309C2CB69A9}"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170120469" name="Title 1"/>
          <p:cNvSpPr>
            <a:spLocks noGrp="1"/>
          </p:cNvSpPr>
          <p:nvPr>
            <p:ph type="title"/>
          </p:nvPr>
        </p:nvSpPr>
        <p:spPr bwMode="auto">
          <a:xfrm>
            <a:off x="963083" y="4406901"/>
            <a:ext cx="10363199" cy="1362074"/>
          </a:xfrm>
        </p:spPr>
        <p:txBody>
          <a:bodyPr anchor="t"/>
          <a:lstStyle>
            <a:lvl1pPr algn="l">
              <a:defRPr sz="4000" b="1" cap="all"/>
            </a:lvl1pPr>
          </a:lstStyle>
          <a:p>
            <a:pPr>
              <a:defRPr/>
            </a:pPr>
            <a:r>
              <a:rPr/>
              <a:t>Click to edit Master title style</a:t>
            </a:r>
            <a:endParaRPr/>
          </a:p>
        </p:txBody>
      </p:sp>
      <p:sp>
        <p:nvSpPr>
          <p:cNvPr id="1641907438" name="Text Placeholder 2"/>
          <p:cNvSpPr>
            <a:spLocks noGrp="1"/>
          </p:cNvSpPr>
          <p:nvPr>
            <p:ph type="body" idx="1"/>
          </p:nvPr>
        </p:nvSpPr>
        <p:spPr bwMode="auto">
          <a:xfrm>
            <a:off x="963083" y="2906713"/>
            <a:ext cx="10363199" cy="150018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a:t>Click to edit Master text styles</a:t>
            </a:r>
            <a:endParaRPr/>
          </a:p>
        </p:txBody>
      </p:sp>
      <p:sp>
        <p:nvSpPr>
          <p:cNvPr id="838246399" name="Date Placeholder 3"/>
          <p:cNvSpPr>
            <a:spLocks noGrp="1"/>
          </p:cNvSpPr>
          <p:nvPr>
            <p:ph type="dt" sz="half" idx="10"/>
          </p:nvPr>
        </p:nvSpPr>
        <p:spPr bwMode="auto"/>
        <p:txBody>
          <a:bodyPr/>
          <a:lstStyle/>
          <a:p>
            <a:pPr>
              <a:defRPr/>
            </a:pPr>
            <a:fld id="{A69D51E0-3758-456B-809F-07B187805C7D}" type="datetimeFigureOut">
              <a:rPr/>
              <a:t>22.10.2013</a:t>
            </a:fld>
            <a:endParaRPr/>
          </a:p>
        </p:txBody>
      </p:sp>
      <p:sp>
        <p:nvSpPr>
          <p:cNvPr id="1051089854" name="Footer Placeholder 4"/>
          <p:cNvSpPr>
            <a:spLocks noGrp="1"/>
          </p:cNvSpPr>
          <p:nvPr>
            <p:ph type="ftr" sz="quarter" idx="11"/>
          </p:nvPr>
        </p:nvSpPr>
        <p:spPr bwMode="auto"/>
        <p:txBody>
          <a:bodyPr/>
          <a:lstStyle/>
          <a:p>
            <a:pPr>
              <a:defRPr/>
            </a:pPr>
            <a:endParaRPr/>
          </a:p>
        </p:txBody>
      </p:sp>
      <p:sp>
        <p:nvSpPr>
          <p:cNvPr id="1026666209" name="Slide Number Placeholder 5"/>
          <p:cNvSpPr>
            <a:spLocks noGrp="1"/>
          </p:cNvSpPr>
          <p:nvPr>
            <p:ph type="sldNum" sz="quarter" idx="12"/>
          </p:nvPr>
        </p:nvSpPr>
        <p:spPr bwMode="auto"/>
        <p:txBody>
          <a:bodyPr/>
          <a:lstStyle/>
          <a:p>
            <a:pPr>
              <a:defRPr/>
            </a:pPr>
            <a:fld id="{4D3B38E7-149F-4D77-9EEF-9309C2CB69A9}"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2134988288" name="Title 1"/>
          <p:cNvSpPr>
            <a:spLocks noGrp="1"/>
          </p:cNvSpPr>
          <p:nvPr>
            <p:ph type="title"/>
          </p:nvPr>
        </p:nvSpPr>
        <p:spPr bwMode="auto"/>
        <p:txBody>
          <a:bodyPr/>
          <a:lstStyle/>
          <a:p>
            <a:pPr>
              <a:defRPr/>
            </a:pPr>
            <a:r>
              <a:rPr/>
              <a:t>Click to edit Master title style</a:t>
            </a:r>
            <a:endParaRPr/>
          </a:p>
        </p:txBody>
      </p:sp>
      <p:sp>
        <p:nvSpPr>
          <p:cNvPr id="1274905764" name="Content Placeholder 2"/>
          <p:cNvSpPr>
            <a:spLocks noGrp="1"/>
          </p:cNvSpPr>
          <p:nvPr>
            <p:ph sz="half" idx="1"/>
          </p:nvPr>
        </p:nvSpPr>
        <p:spPr bwMode="auto">
          <a:xfrm>
            <a:off x="609599" y="1600201"/>
            <a:ext cx="5384799"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38410106" name="Content Placeholder 3"/>
          <p:cNvSpPr>
            <a:spLocks noGrp="1"/>
          </p:cNvSpPr>
          <p:nvPr>
            <p:ph sz="half" idx="2"/>
          </p:nvPr>
        </p:nvSpPr>
        <p:spPr bwMode="auto">
          <a:xfrm>
            <a:off x="6197599" y="1600201"/>
            <a:ext cx="5384799"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810665222" name="Date Placeholder 4"/>
          <p:cNvSpPr>
            <a:spLocks noGrp="1"/>
          </p:cNvSpPr>
          <p:nvPr>
            <p:ph type="dt" sz="half" idx="10"/>
          </p:nvPr>
        </p:nvSpPr>
        <p:spPr bwMode="auto"/>
        <p:txBody>
          <a:bodyPr/>
          <a:lstStyle/>
          <a:p>
            <a:pPr>
              <a:defRPr/>
            </a:pPr>
            <a:fld id="{A69D51E0-3758-456B-809F-07B187805C7D}" type="datetimeFigureOut">
              <a:rPr/>
              <a:t>22.10.2013</a:t>
            </a:fld>
            <a:endParaRPr/>
          </a:p>
        </p:txBody>
      </p:sp>
      <p:sp>
        <p:nvSpPr>
          <p:cNvPr id="346388690" name="Footer Placeholder 5"/>
          <p:cNvSpPr>
            <a:spLocks noGrp="1"/>
          </p:cNvSpPr>
          <p:nvPr>
            <p:ph type="ftr" sz="quarter" idx="11"/>
          </p:nvPr>
        </p:nvSpPr>
        <p:spPr bwMode="auto"/>
        <p:txBody>
          <a:bodyPr/>
          <a:lstStyle/>
          <a:p>
            <a:pPr>
              <a:defRPr/>
            </a:pPr>
            <a:endParaRPr/>
          </a:p>
        </p:txBody>
      </p:sp>
      <p:sp>
        <p:nvSpPr>
          <p:cNvPr id="1194280994" name="Slide Number Placeholder 6"/>
          <p:cNvSpPr>
            <a:spLocks noGrp="1"/>
          </p:cNvSpPr>
          <p:nvPr>
            <p:ph type="sldNum" sz="quarter" idx="12"/>
          </p:nvPr>
        </p:nvSpPr>
        <p:spPr bwMode="auto"/>
        <p:txBody>
          <a:bodyPr/>
          <a:lstStyle/>
          <a:p>
            <a:pPr>
              <a:defRPr/>
            </a:pPr>
            <a:fld id="{4D3B38E7-149F-4D77-9EEF-9309C2CB69A9}"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71155349" name="Title 1"/>
          <p:cNvSpPr>
            <a:spLocks noGrp="1"/>
          </p:cNvSpPr>
          <p:nvPr>
            <p:ph type="title"/>
          </p:nvPr>
        </p:nvSpPr>
        <p:spPr bwMode="auto"/>
        <p:txBody>
          <a:bodyPr/>
          <a:lstStyle>
            <a:lvl1pPr>
              <a:defRPr/>
            </a:lvl1pPr>
          </a:lstStyle>
          <a:p>
            <a:pPr>
              <a:defRPr/>
            </a:pPr>
            <a:r>
              <a:rPr/>
              <a:t>Click to edit Master title style</a:t>
            </a:r>
            <a:endParaRPr/>
          </a:p>
        </p:txBody>
      </p:sp>
      <p:sp>
        <p:nvSpPr>
          <p:cNvPr id="2039135308" name="Text Placeholder 2"/>
          <p:cNvSpPr>
            <a:spLocks noGrp="1"/>
          </p:cNvSpPr>
          <p:nvPr>
            <p:ph type="body" idx="1"/>
          </p:nvPr>
        </p:nvSpPr>
        <p:spPr bwMode="auto">
          <a:xfrm>
            <a:off x="609599"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a:t>Click to edit Master text styles</a:t>
            </a:r>
            <a:endParaRPr/>
          </a:p>
        </p:txBody>
      </p:sp>
      <p:sp>
        <p:nvSpPr>
          <p:cNvPr id="485959229" name="Content Placeholder 3"/>
          <p:cNvSpPr>
            <a:spLocks noGrp="1"/>
          </p:cNvSpPr>
          <p:nvPr>
            <p:ph sz="half" idx="2"/>
          </p:nvPr>
        </p:nvSpPr>
        <p:spPr bwMode="auto">
          <a:xfrm>
            <a:off x="609599" y="2174874"/>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2098192444" name="Text Placeholder 4"/>
          <p:cNvSpPr>
            <a:spLocks noGrp="1"/>
          </p:cNvSpPr>
          <p:nvPr>
            <p:ph type="body" sz="quarter" idx="3"/>
          </p:nvPr>
        </p:nvSpPr>
        <p:spPr bwMode="auto">
          <a:xfrm>
            <a:off x="6193370"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a:t>Click to edit Master text styles</a:t>
            </a:r>
            <a:endParaRPr/>
          </a:p>
        </p:txBody>
      </p:sp>
      <p:sp>
        <p:nvSpPr>
          <p:cNvPr id="1856976588" name="Content Placeholder 5"/>
          <p:cNvSpPr>
            <a:spLocks noGrp="1"/>
          </p:cNvSpPr>
          <p:nvPr>
            <p:ph sz="quarter" idx="4"/>
          </p:nvPr>
        </p:nvSpPr>
        <p:spPr bwMode="auto">
          <a:xfrm>
            <a:off x="6193370" y="2174874"/>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466526324" name="Date Placeholder 6"/>
          <p:cNvSpPr>
            <a:spLocks noGrp="1"/>
          </p:cNvSpPr>
          <p:nvPr>
            <p:ph type="dt" sz="half" idx="10"/>
          </p:nvPr>
        </p:nvSpPr>
        <p:spPr bwMode="auto"/>
        <p:txBody>
          <a:bodyPr/>
          <a:lstStyle/>
          <a:p>
            <a:pPr>
              <a:defRPr/>
            </a:pPr>
            <a:fld id="{A69D51E0-3758-456B-809F-07B187805C7D}" type="datetimeFigureOut">
              <a:rPr/>
              <a:t>22.10.2013</a:t>
            </a:fld>
            <a:endParaRPr/>
          </a:p>
        </p:txBody>
      </p:sp>
      <p:sp>
        <p:nvSpPr>
          <p:cNvPr id="1283270721" name="Footer Placeholder 7"/>
          <p:cNvSpPr>
            <a:spLocks noGrp="1"/>
          </p:cNvSpPr>
          <p:nvPr>
            <p:ph type="ftr" sz="quarter" idx="11"/>
          </p:nvPr>
        </p:nvSpPr>
        <p:spPr bwMode="auto"/>
        <p:txBody>
          <a:bodyPr/>
          <a:lstStyle/>
          <a:p>
            <a:pPr>
              <a:defRPr/>
            </a:pPr>
            <a:endParaRPr/>
          </a:p>
        </p:txBody>
      </p:sp>
      <p:sp>
        <p:nvSpPr>
          <p:cNvPr id="1357278846" name="Slide Number Placeholder 8"/>
          <p:cNvSpPr>
            <a:spLocks noGrp="1"/>
          </p:cNvSpPr>
          <p:nvPr>
            <p:ph type="sldNum" sz="quarter" idx="12"/>
          </p:nvPr>
        </p:nvSpPr>
        <p:spPr bwMode="auto"/>
        <p:txBody>
          <a:bodyPr/>
          <a:lstStyle/>
          <a:p>
            <a:pPr>
              <a:defRPr/>
            </a:pPr>
            <a:fld id="{4D3B38E7-149F-4D77-9EEF-9309C2CB69A9}"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329498629" name="Title 1"/>
          <p:cNvSpPr>
            <a:spLocks noGrp="1"/>
          </p:cNvSpPr>
          <p:nvPr>
            <p:ph type="title"/>
          </p:nvPr>
        </p:nvSpPr>
        <p:spPr bwMode="auto"/>
        <p:txBody>
          <a:bodyPr/>
          <a:lstStyle/>
          <a:p>
            <a:pPr>
              <a:defRPr/>
            </a:pPr>
            <a:r>
              <a:rPr/>
              <a:t>Click to edit Master title style</a:t>
            </a:r>
            <a:endParaRPr/>
          </a:p>
        </p:txBody>
      </p:sp>
      <p:sp>
        <p:nvSpPr>
          <p:cNvPr id="526256158" name="Date Placeholder 2"/>
          <p:cNvSpPr>
            <a:spLocks noGrp="1"/>
          </p:cNvSpPr>
          <p:nvPr>
            <p:ph type="dt" sz="half" idx="10"/>
          </p:nvPr>
        </p:nvSpPr>
        <p:spPr bwMode="auto"/>
        <p:txBody>
          <a:bodyPr/>
          <a:lstStyle/>
          <a:p>
            <a:pPr>
              <a:defRPr/>
            </a:pPr>
            <a:fld id="{A69D51E0-3758-456B-809F-07B187805C7D}" type="datetimeFigureOut">
              <a:rPr/>
              <a:t>22.10.2013</a:t>
            </a:fld>
            <a:endParaRPr/>
          </a:p>
        </p:txBody>
      </p:sp>
      <p:sp>
        <p:nvSpPr>
          <p:cNvPr id="514670504" name="Footer Placeholder 3"/>
          <p:cNvSpPr>
            <a:spLocks noGrp="1"/>
          </p:cNvSpPr>
          <p:nvPr>
            <p:ph type="ftr" sz="quarter" idx="11"/>
          </p:nvPr>
        </p:nvSpPr>
        <p:spPr bwMode="auto"/>
        <p:txBody>
          <a:bodyPr/>
          <a:lstStyle/>
          <a:p>
            <a:pPr>
              <a:defRPr/>
            </a:pPr>
            <a:endParaRPr/>
          </a:p>
        </p:txBody>
      </p:sp>
      <p:sp>
        <p:nvSpPr>
          <p:cNvPr id="309680284" name="Slide Number Placeholder 4"/>
          <p:cNvSpPr>
            <a:spLocks noGrp="1"/>
          </p:cNvSpPr>
          <p:nvPr>
            <p:ph type="sldNum" sz="quarter" idx="12"/>
          </p:nvPr>
        </p:nvSpPr>
        <p:spPr bwMode="auto"/>
        <p:txBody>
          <a:bodyPr/>
          <a:lstStyle/>
          <a:p>
            <a:pPr>
              <a:defRPr/>
            </a:pPr>
            <a:fld id="{4D3B38E7-149F-4D77-9EEF-9309C2CB69A9}" type="slidenum">
              <a:r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683387326" name="Date Placeholder 1"/>
          <p:cNvSpPr>
            <a:spLocks noGrp="1"/>
          </p:cNvSpPr>
          <p:nvPr>
            <p:ph type="dt" sz="half" idx="10"/>
          </p:nvPr>
        </p:nvSpPr>
        <p:spPr bwMode="auto"/>
        <p:txBody>
          <a:bodyPr/>
          <a:lstStyle/>
          <a:p>
            <a:pPr>
              <a:defRPr/>
            </a:pPr>
            <a:fld id="{A69D51E0-3758-456B-809F-07B187805C7D}" type="datetimeFigureOut">
              <a:rPr/>
              <a:t>22.10.2013</a:t>
            </a:fld>
            <a:endParaRPr/>
          </a:p>
        </p:txBody>
      </p:sp>
      <p:sp>
        <p:nvSpPr>
          <p:cNvPr id="184882784" name="Footer Placeholder 2"/>
          <p:cNvSpPr>
            <a:spLocks noGrp="1"/>
          </p:cNvSpPr>
          <p:nvPr>
            <p:ph type="ftr" sz="quarter" idx="11"/>
          </p:nvPr>
        </p:nvSpPr>
        <p:spPr bwMode="auto"/>
        <p:txBody>
          <a:bodyPr/>
          <a:lstStyle/>
          <a:p>
            <a:pPr>
              <a:defRPr/>
            </a:pPr>
            <a:endParaRPr/>
          </a:p>
        </p:txBody>
      </p:sp>
      <p:sp>
        <p:nvSpPr>
          <p:cNvPr id="876927940" name="Slide Number Placeholder 3"/>
          <p:cNvSpPr>
            <a:spLocks noGrp="1"/>
          </p:cNvSpPr>
          <p:nvPr>
            <p:ph type="sldNum" sz="quarter" idx="12"/>
          </p:nvPr>
        </p:nvSpPr>
        <p:spPr bwMode="auto"/>
        <p:txBody>
          <a:bodyPr/>
          <a:lstStyle/>
          <a:p>
            <a:pPr>
              <a:defRPr/>
            </a:pPr>
            <a:fld id="{4D3B38E7-149F-4D77-9EEF-9309C2CB69A9}" type="slidenum">
              <a:r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295682072" name="Title 1"/>
          <p:cNvSpPr>
            <a:spLocks noGrp="1"/>
          </p:cNvSpPr>
          <p:nvPr>
            <p:ph type="title"/>
          </p:nvPr>
        </p:nvSpPr>
        <p:spPr bwMode="auto">
          <a:xfrm>
            <a:off x="609603" y="273049"/>
            <a:ext cx="4011084" cy="1162050"/>
          </a:xfrm>
        </p:spPr>
        <p:txBody>
          <a:bodyPr anchor="b"/>
          <a:lstStyle>
            <a:lvl1pPr algn="l">
              <a:defRPr sz="2000" b="1"/>
            </a:lvl1pPr>
          </a:lstStyle>
          <a:p>
            <a:pPr>
              <a:defRPr/>
            </a:pPr>
            <a:r>
              <a:rPr/>
              <a:t>Click to edit Master title style</a:t>
            </a:r>
            <a:endParaRPr/>
          </a:p>
        </p:txBody>
      </p:sp>
      <p:sp>
        <p:nvSpPr>
          <p:cNvPr id="228099350" name="Content Placeholder 2"/>
          <p:cNvSpPr>
            <a:spLocks noGrp="1"/>
          </p:cNvSpPr>
          <p:nvPr>
            <p:ph idx="1"/>
          </p:nvPr>
        </p:nvSpPr>
        <p:spPr bwMode="auto">
          <a:xfrm>
            <a:off x="4766732" y="273051"/>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385860819" name="Text Placeholder 3"/>
          <p:cNvSpPr>
            <a:spLocks noGrp="1"/>
          </p:cNvSpPr>
          <p:nvPr>
            <p:ph type="body" sz="half" idx="2"/>
          </p:nvPr>
        </p:nvSpPr>
        <p:spPr bwMode="auto">
          <a:xfrm>
            <a:off x="609603" y="1435102"/>
            <a:ext cx="4011084" cy="46910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a:t>Click to edit Master text styles</a:t>
            </a:r>
            <a:endParaRPr/>
          </a:p>
        </p:txBody>
      </p:sp>
      <p:sp>
        <p:nvSpPr>
          <p:cNvPr id="2126365799" name="Date Placeholder 4"/>
          <p:cNvSpPr>
            <a:spLocks noGrp="1"/>
          </p:cNvSpPr>
          <p:nvPr>
            <p:ph type="dt" sz="half" idx="10"/>
          </p:nvPr>
        </p:nvSpPr>
        <p:spPr bwMode="auto"/>
        <p:txBody>
          <a:bodyPr/>
          <a:lstStyle/>
          <a:p>
            <a:pPr>
              <a:defRPr/>
            </a:pPr>
            <a:fld id="{A69D51E0-3758-456B-809F-07B187805C7D}" type="datetimeFigureOut">
              <a:rPr/>
              <a:t>22.10.2013</a:t>
            </a:fld>
            <a:endParaRPr/>
          </a:p>
        </p:txBody>
      </p:sp>
      <p:sp>
        <p:nvSpPr>
          <p:cNvPr id="592235566" name="Footer Placeholder 5"/>
          <p:cNvSpPr>
            <a:spLocks noGrp="1"/>
          </p:cNvSpPr>
          <p:nvPr>
            <p:ph type="ftr" sz="quarter" idx="11"/>
          </p:nvPr>
        </p:nvSpPr>
        <p:spPr bwMode="auto"/>
        <p:txBody>
          <a:bodyPr/>
          <a:lstStyle/>
          <a:p>
            <a:pPr>
              <a:defRPr/>
            </a:pPr>
            <a:endParaRPr/>
          </a:p>
        </p:txBody>
      </p:sp>
      <p:sp>
        <p:nvSpPr>
          <p:cNvPr id="232691462" name="Slide Number Placeholder 6"/>
          <p:cNvSpPr>
            <a:spLocks noGrp="1"/>
          </p:cNvSpPr>
          <p:nvPr>
            <p:ph type="sldNum" sz="quarter" idx="12"/>
          </p:nvPr>
        </p:nvSpPr>
        <p:spPr bwMode="auto"/>
        <p:txBody>
          <a:bodyPr/>
          <a:lstStyle/>
          <a:p>
            <a:pPr>
              <a:defRPr/>
            </a:pPr>
            <a:fld id="{4D3B38E7-149F-4D77-9EEF-9309C2CB69A9}" type="slidenum">
              <a:r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74211526" name="Title 1"/>
          <p:cNvSpPr>
            <a:spLocks noGrp="1"/>
          </p:cNvSpPr>
          <p:nvPr>
            <p:ph type="title"/>
          </p:nvPr>
        </p:nvSpPr>
        <p:spPr bwMode="auto">
          <a:xfrm>
            <a:off x="2389717" y="4800601"/>
            <a:ext cx="7315200" cy="566738"/>
          </a:xfrm>
        </p:spPr>
        <p:txBody>
          <a:bodyPr anchor="b"/>
          <a:lstStyle>
            <a:lvl1pPr algn="l">
              <a:defRPr sz="2000" b="1"/>
            </a:lvl1pPr>
          </a:lstStyle>
          <a:p>
            <a:pPr>
              <a:defRPr/>
            </a:pPr>
            <a:r>
              <a:rPr/>
              <a:t>Click to edit Master title style</a:t>
            </a:r>
            <a:endParaRPr/>
          </a:p>
        </p:txBody>
      </p:sp>
      <p:sp>
        <p:nvSpPr>
          <p:cNvPr id="706432262" name="Picture Placeholder 2"/>
          <p:cNvSpPr>
            <a:spLocks noGrp="1"/>
          </p:cNvSpPr>
          <p:nvPr>
            <p:ph type="pic" idx="1"/>
          </p:nvPr>
        </p:nvSpPr>
        <p:spPr bwMode="auto">
          <a:xfrm>
            <a:off x="2389717" y="612774"/>
            <a:ext cx="7315200" cy="41147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a:p>
        </p:txBody>
      </p:sp>
      <p:sp>
        <p:nvSpPr>
          <p:cNvPr id="768298496" name="Text Placeholder 3"/>
          <p:cNvSpPr>
            <a:spLocks noGrp="1"/>
          </p:cNvSpPr>
          <p:nvPr>
            <p:ph type="body" sz="half" idx="2"/>
          </p:nvPr>
        </p:nvSpPr>
        <p:spPr bwMode="auto">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a:t>Click to edit Master text styles</a:t>
            </a:r>
            <a:endParaRPr/>
          </a:p>
        </p:txBody>
      </p:sp>
      <p:sp>
        <p:nvSpPr>
          <p:cNvPr id="1206399332" name="Date Placeholder 4"/>
          <p:cNvSpPr>
            <a:spLocks noGrp="1"/>
          </p:cNvSpPr>
          <p:nvPr>
            <p:ph type="dt" sz="half" idx="10"/>
          </p:nvPr>
        </p:nvSpPr>
        <p:spPr bwMode="auto"/>
        <p:txBody>
          <a:bodyPr/>
          <a:lstStyle/>
          <a:p>
            <a:pPr>
              <a:defRPr/>
            </a:pPr>
            <a:fld id="{A69D51E0-3758-456B-809F-07B187805C7D}" type="datetimeFigureOut">
              <a:rPr/>
              <a:t>22.10.2013</a:t>
            </a:fld>
            <a:endParaRPr/>
          </a:p>
        </p:txBody>
      </p:sp>
      <p:sp>
        <p:nvSpPr>
          <p:cNvPr id="2040885149" name="Footer Placeholder 5"/>
          <p:cNvSpPr>
            <a:spLocks noGrp="1"/>
          </p:cNvSpPr>
          <p:nvPr>
            <p:ph type="ftr" sz="quarter" idx="11"/>
          </p:nvPr>
        </p:nvSpPr>
        <p:spPr bwMode="auto"/>
        <p:txBody>
          <a:bodyPr/>
          <a:lstStyle/>
          <a:p>
            <a:pPr>
              <a:defRPr/>
            </a:pPr>
            <a:endParaRPr/>
          </a:p>
        </p:txBody>
      </p:sp>
      <p:sp>
        <p:nvSpPr>
          <p:cNvPr id="1910168182" name="Slide Number Placeholder 6"/>
          <p:cNvSpPr>
            <a:spLocks noGrp="1"/>
          </p:cNvSpPr>
          <p:nvPr>
            <p:ph type="sldNum" sz="quarter" idx="12"/>
          </p:nvPr>
        </p:nvSpPr>
        <p:spPr bwMode="auto"/>
        <p:txBody>
          <a:bodyPr/>
          <a:lstStyle/>
          <a:p>
            <a:pPr>
              <a:defRPr/>
            </a:pPr>
            <a:fld id="{4D3B38E7-149F-4D77-9EEF-9309C2CB69A9}" type="slidenum">
              <a:r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277197388" name="Title 1"/>
          <p:cNvSpPr>
            <a:spLocks noGrp="1"/>
          </p:cNvSpPr>
          <p:nvPr>
            <p:ph type="title"/>
          </p:nvPr>
        </p:nvSpPr>
        <p:spPr bwMode="auto"/>
        <p:txBody>
          <a:bodyPr/>
          <a:lstStyle/>
          <a:p>
            <a:pPr>
              <a:defRPr/>
            </a:pPr>
            <a:r>
              <a:rPr/>
              <a:t>Click to edit Master title style</a:t>
            </a:r>
            <a:endParaRPr/>
          </a:p>
        </p:txBody>
      </p:sp>
      <p:sp>
        <p:nvSpPr>
          <p:cNvPr id="70536315" name="Vertical Text Placeholder 2"/>
          <p:cNvSpPr>
            <a:spLocks noGrp="1"/>
          </p:cNvSpPr>
          <p:nvPr>
            <p:ph type="body" orient="vert" idx="1"/>
          </p:nvPr>
        </p:nvSpPr>
        <p:spPr bwMode="auto"/>
        <p:txBody>
          <a:bodyPr vert="eaVert"/>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2142594809" name="Date Placeholder 3"/>
          <p:cNvSpPr>
            <a:spLocks noGrp="1"/>
          </p:cNvSpPr>
          <p:nvPr>
            <p:ph type="dt" sz="half" idx="10"/>
          </p:nvPr>
        </p:nvSpPr>
        <p:spPr bwMode="auto"/>
        <p:txBody>
          <a:bodyPr/>
          <a:lstStyle/>
          <a:p>
            <a:pPr>
              <a:defRPr/>
            </a:pPr>
            <a:fld id="{A69D51E0-3758-456B-809F-07B187805C7D}" type="datetimeFigureOut">
              <a:rPr/>
              <a:t>22.10.2013</a:t>
            </a:fld>
            <a:endParaRPr/>
          </a:p>
        </p:txBody>
      </p:sp>
      <p:sp>
        <p:nvSpPr>
          <p:cNvPr id="1961114614" name="Footer Placeholder 4"/>
          <p:cNvSpPr>
            <a:spLocks noGrp="1"/>
          </p:cNvSpPr>
          <p:nvPr>
            <p:ph type="ftr" sz="quarter" idx="11"/>
          </p:nvPr>
        </p:nvSpPr>
        <p:spPr bwMode="auto"/>
        <p:txBody>
          <a:bodyPr/>
          <a:lstStyle/>
          <a:p>
            <a:pPr>
              <a:defRPr/>
            </a:pPr>
            <a:endParaRPr/>
          </a:p>
        </p:txBody>
      </p:sp>
      <p:sp>
        <p:nvSpPr>
          <p:cNvPr id="1016816944" name="Slide Number Placeholder 5"/>
          <p:cNvSpPr>
            <a:spLocks noGrp="1"/>
          </p:cNvSpPr>
          <p:nvPr>
            <p:ph type="sldNum" sz="quarter" idx="12"/>
          </p:nvPr>
        </p:nvSpPr>
        <p:spPr bwMode="auto"/>
        <p:txBody>
          <a:bodyPr/>
          <a:lstStyle/>
          <a:p>
            <a:pPr>
              <a:defRPr/>
            </a:pPr>
            <a:fld id="{4D3B38E7-149F-4D77-9EEF-9309C2CB69A9}" type="slidenum">
              <a:r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302788893" name="Vertical Title 1"/>
          <p:cNvSpPr>
            <a:spLocks noGrp="1"/>
          </p:cNvSpPr>
          <p:nvPr>
            <p:ph type="title" orient="vert"/>
          </p:nvPr>
        </p:nvSpPr>
        <p:spPr bwMode="auto">
          <a:xfrm>
            <a:off x="8839199" y="274639"/>
            <a:ext cx="2743200" cy="5851525"/>
          </a:xfrm>
        </p:spPr>
        <p:txBody>
          <a:bodyPr vert="eaVert"/>
          <a:lstStyle>
            <a:lvl1pPr algn="ctr">
              <a:defRPr/>
            </a:lvl1pPr>
          </a:lstStyle>
          <a:p>
            <a:pPr>
              <a:defRPr/>
            </a:pPr>
            <a:r>
              <a:rPr/>
              <a:t>Click to edit Master title style</a:t>
            </a:r>
            <a:endParaRPr/>
          </a:p>
        </p:txBody>
      </p:sp>
      <p:sp>
        <p:nvSpPr>
          <p:cNvPr id="21469194" name="Vertical Text Placeholder 2"/>
          <p:cNvSpPr>
            <a:spLocks noGrp="1"/>
          </p:cNvSpPr>
          <p:nvPr>
            <p:ph type="body" orient="vert" idx="1"/>
          </p:nvPr>
        </p:nvSpPr>
        <p:spPr bwMode="auto">
          <a:xfrm>
            <a:off x="609599" y="274639"/>
            <a:ext cx="8026399" cy="5851525"/>
          </a:xfrm>
        </p:spPr>
        <p:txBody>
          <a:bodyPr vert="eaVert"/>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297432835" name="Date Placeholder 3"/>
          <p:cNvSpPr>
            <a:spLocks noGrp="1"/>
          </p:cNvSpPr>
          <p:nvPr>
            <p:ph type="dt" sz="half" idx="10"/>
          </p:nvPr>
        </p:nvSpPr>
        <p:spPr bwMode="auto"/>
        <p:txBody>
          <a:bodyPr/>
          <a:lstStyle/>
          <a:p>
            <a:pPr>
              <a:defRPr/>
            </a:pPr>
            <a:fld id="{A69D51E0-3758-456B-809F-07B187805C7D}" type="datetimeFigureOut">
              <a:rPr/>
              <a:t>22.10.2013</a:t>
            </a:fld>
            <a:endParaRPr/>
          </a:p>
        </p:txBody>
      </p:sp>
      <p:sp>
        <p:nvSpPr>
          <p:cNvPr id="700883057" name="Footer Placeholder 4"/>
          <p:cNvSpPr>
            <a:spLocks noGrp="1"/>
          </p:cNvSpPr>
          <p:nvPr>
            <p:ph type="ftr" sz="quarter" idx="11"/>
          </p:nvPr>
        </p:nvSpPr>
        <p:spPr bwMode="auto"/>
        <p:txBody>
          <a:bodyPr/>
          <a:lstStyle/>
          <a:p>
            <a:pPr>
              <a:defRPr/>
            </a:pPr>
            <a:endParaRPr/>
          </a:p>
        </p:txBody>
      </p:sp>
      <p:sp>
        <p:nvSpPr>
          <p:cNvPr id="74283495" name="Slide Number Placeholder 5"/>
          <p:cNvSpPr>
            <a:spLocks noGrp="1"/>
          </p:cNvSpPr>
          <p:nvPr>
            <p:ph type="sldNum" sz="quarter" idx="12"/>
          </p:nvPr>
        </p:nvSpPr>
        <p:spPr bwMode="auto"/>
        <p:txBody>
          <a:bodyPr/>
          <a:lstStyle/>
          <a:p>
            <a:pPr>
              <a:defRPr/>
            </a:pPr>
            <a:fld id="{4D3B38E7-149F-4D77-9EEF-9309C2CB69A9}" type="slidenum">
              <a:rPr/>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360864367" name="Shape 1059"/>
          <p:cNvSpPr>
            <a:spLocks noChangeArrowheads="1" noGrp="1"/>
          </p:cNvSpPr>
          <p:nvPr userDrawn="1"/>
        </p:nvSpPr>
        <p:spPr bwMode="auto">
          <a:xfrm>
            <a:off x="4976706" y="2"/>
            <a:ext cx="3058159" cy="893790"/>
          </a:xfrm>
          <a:custGeom>
            <a:avLst/>
            <a:gdLst/>
            <a:ahLst/>
            <a:cxnLst/>
            <a:rect l="l" t="t" r="r" b="b"/>
            <a:pathLst>
              <a:path w="43200" h="43200" fill="norm" stroke="0" extrusionOk="0">
                <a:moveTo>
                  <a:pt x="0" y="0"/>
                </a:moveTo>
                <a:lnTo>
                  <a:pt x="0" y="0"/>
                </a:lnTo>
                <a:cubicBezTo>
                  <a:pt x="1690" y="6213"/>
                  <a:pt x="3698" y="13338"/>
                  <a:pt x="6091" y="21902"/>
                </a:cubicBezTo>
                <a:lnTo>
                  <a:pt x="6091" y="21902"/>
                </a:lnTo>
                <a:cubicBezTo>
                  <a:pt x="12043" y="43199"/>
                  <a:pt x="17573" y="35347"/>
                  <a:pt x="23417" y="30579"/>
                </a:cubicBezTo>
                <a:lnTo>
                  <a:pt x="23417" y="30579"/>
                </a:lnTo>
                <a:cubicBezTo>
                  <a:pt x="29984" y="25223"/>
                  <a:pt x="42123" y="14119"/>
                  <a:pt x="42860" y="5640"/>
                </a:cubicBezTo>
                <a:lnTo>
                  <a:pt x="42860" y="5640"/>
                </a:lnTo>
                <a:cubicBezTo>
                  <a:pt x="42960" y="4507"/>
                  <a:pt x="43072" y="2479"/>
                  <a:pt x="43200" y="0"/>
                </a:cubicBezTo>
                <a:lnTo>
                  <a:pt x="0" y="0"/>
                </a:lnTo>
                <a:close/>
              </a:path>
            </a:pathLst>
          </a:custGeom>
          <a:solidFill>
            <a:schemeClr val="bg1">
              <a:lumMod val="85000"/>
            </a:schemeClr>
          </a:solidFill>
          <a:ln w="9524">
            <a:solidFill>
              <a:srgbClr val="000000"/>
            </a:solidFill>
            <a:round/>
            <a:headEnd/>
            <a:tailEnd/>
          </a:ln>
        </p:spPr>
      </p:sp>
      <p:sp>
        <p:nvSpPr>
          <p:cNvPr id="88183733" name="Shape 1060"/>
          <p:cNvSpPr>
            <a:spLocks noChangeArrowheads="1" noGrp="1"/>
          </p:cNvSpPr>
          <p:nvPr userDrawn="1"/>
        </p:nvSpPr>
        <p:spPr bwMode="auto">
          <a:xfrm>
            <a:off x="-24679" y="1"/>
            <a:ext cx="1399539" cy="1797558"/>
          </a:xfrm>
          <a:custGeom>
            <a:avLst/>
            <a:gdLst/>
            <a:ahLst/>
            <a:cxnLst/>
            <a:rect l="l" t="t" r="r" b="b"/>
            <a:pathLst>
              <a:path w="43200" h="43200" fill="norm" stroke="0" extrusionOk="0">
                <a:moveTo>
                  <a:pt x="31743" y="2484"/>
                </a:moveTo>
                <a:lnTo>
                  <a:pt x="31743" y="2484"/>
                </a:lnTo>
                <a:cubicBezTo>
                  <a:pt x="30428" y="1799"/>
                  <a:pt x="28450" y="1080"/>
                  <a:pt x="26054" y="0"/>
                </a:cubicBezTo>
                <a:lnTo>
                  <a:pt x="0" y="0"/>
                </a:lnTo>
                <a:lnTo>
                  <a:pt x="0" y="34200"/>
                </a:lnTo>
                <a:lnTo>
                  <a:pt x="0" y="34200"/>
                </a:lnTo>
                <a:cubicBezTo>
                  <a:pt x="7029" y="37461"/>
                  <a:pt x="14504" y="41491"/>
                  <a:pt x="25070" y="40664"/>
                </a:cubicBezTo>
                <a:lnTo>
                  <a:pt x="25070" y="40664"/>
                </a:lnTo>
                <a:cubicBezTo>
                  <a:pt x="33399" y="40015"/>
                  <a:pt x="43200" y="43200"/>
                  <a:pt x="39593" y="28375"/>
                </a:cubicBezTo>
                <a:lnTo>
                  <a:pt x="39593" y="28375"/>
                </a:lnTo>
                <a:cubicBezTo>
                  <a:pt x="35986" y="13550"/>
                  <a:pt x="38530" y="6023"/>
                  <a:pt x="31743" y="2484"/>
                </a:cubicBezTo>
                <a:close/>
              </a:path>
            </a:pathLst>
          </a:custGeom>
          <a:solidFill>
            <a:schemeClr val="bg1">
              <a:lumMod val="85000"/>
            </a:schemeClr>
          </a:solidFill>
          <a:ln w="9524">
            <a:solidFill>
              <a:srgbClr val="000000"/>
            </a:solidFill>
            <a:round/>
            <a:headEnd/>
            <a:tailEnd/>
          </a:ln>
        </p:spPr>
      </p:sp>
      <p:sp>
        <p:nvSpPr>
          <p:cNvPr id="154995842" name="Shape 1061"/>
          <p:cNvSpPr>
            <a:spLocks noChangeArrowheads="1" noGrp="1"/>
          </p:cNvSpPr>
          <p:nvPr userDrawn="1"/>
        </p:nvSpPr>
        <p:spPr bwMode="auto">
          <a:xfrm>
            <a:off x="1637456" y="1"/>
            <a:ext cx="3839633" cy="2609650"/>
          </a:xfrm>
          <a:custGeom>
            <a:avLst/>
            <a:gdLst/>
            <a:ahLst/>
            <a:cxnLst/>
            <a:rect l="l" t="t" r="r" b="b"/>
            <a:pathLst>
              <a:path w="43200" h="43200" fill="norm" stroke="0" extrusionOk="0">
                <a:moveTo>
                  <a:pt x="32864" y="0"/>
                </a:moveTo>
                <a:lnTo>
                  <a:pt x="10583" y="0"/>
                </a:lnTo>
                <a:lnTo>
                  <a:pt x="10583" y="0"/>
                </a:lnTo>
                <a:cubicBezTo>
                  <a:pt x="9017" y="532"/>
                  <a:pt x="7515" y="1058"/>
                  <a:pt x="6214" y="1509"/>
                </a:cubicBezTo>
                <a:lnTo>
                  <a:pt x="6214" y="1509"/>
                </a:lnTo>
                <a:cubicBezTo>
                  <a:pt x="1428" y="3166"/>
                  <a:pt x="0" y="6109"/>
                  <a:pt x="212" y="8072"/>
                </a:cubicBezTo>
                <a:lnTo>
                  <a:pt x="212" y="8072"/>
                </a:lnTo>
                <a:cubicBezTo>
                  <a:pt x="758" y="13092"/>
                  <a:pt x="1111" y="20742"/>
                  <a:pt x="1212" y="25114"/>
                </a:cubicBezTo>
                <a:lnTo>
                  <a:pt x="1212" y="25114"/>
                </a:lnTo>
                <a:cubicBezTo>
                  <a:pt x="1301" y="28962"/>
                  <a:pt x="4204" y="30446"/>
                  <a:pt x="6906" y="31937"/>
                </a:cubicBezTo>
                <a:lnTo>
                  <a:pt x="6906" y="31937"/>
                </a:lnTo>
                <a:cubicBezTo>
                  <a:pt x="9246" y="33229"/>
                  <a:pt x="19775" y="38395"/>
                  <a:pt x="22112" y="39685"/>
                </a:cubicBezTo>
                <a:lnTo>
                  <a:pt x="22112" y="39685"/>
                </a:lnTo>
                <a:cubicBezTo>
                  <a:pt x="22112" y="39685"/>
                  <a:pt x="27355" y="43200"/>
                  <a:pt x="30298" y="38395"/>
                </a:cubicBezTo>
                <a:lnTo>
                  <a:pt x="30298" y="38395"/>
                </a:lnTo>
                <a:cubicBezTo>
                  <a:pt x="33277" y="33533"/>
                  <a:pt x="36665" y="27667"/>
                  <a:pt x="39367" y="23576"/>
                </a:cubicBezTo>
                <a:lnTo>
                  <a:pt x="39367" y="23576"/>
                </a:lnTo>
                <a:cubicBezTo>
                  <a:pt x="41761" y="19953"/>
                  <a:pt x="43200" y="17587"/>
                  <a:pt x="40977" y="12816"/>
                </a:cubicBezTo>
                <a:lnTo>
                  <a:pt x="40977" y="12816"/>
                </a:lnTo>
                <a:cubicBezTo>
                  <a:pt x="39697" y="10062"/>
                  <a:pt x="35347" y="3936"/>
                  <a:pt x="32864" y="0"/>
                </a:cubicBezTo>
                <a:close/>
              </a:path>
            </a:pathLst>
          </a:custGeom>
          <a:solidFill>
            <a:schemeClr val="bg1">
              <a:lumMod val="85000"/>
            </a:schemeClr>
          </a:solidFill>
          <a:ln w="9524">
            <a:solidFill>
              <a:srgbClr val="000000"/>
            </a:solidFill>
            <a:round/>
            <a:headEnd/>
            <a:tailEnd/>
          </a:ln>
        </p:spPr>
      </p:sp>
      <p:sp>
        <p:nvSpPr>
          <p:cNvPr id="1321035847" name="Title 1"/>
          <p:cNvSpPr>
            <a:spLocks noGrp="1"/>
          </p:cNvSpPr>
          <p:nvPr>
            <p:ph type="title"/>
          </p:nvPr>
        </p:nvSpPr>
        <p:spPr bwMode="auto">
          <a:xfrm>
            <a:off x="609599" y="274638"/>
            <a:ext cx="10972800" cy="1143000"/>
          </a:xfrm>
          <a:prstGeom prst="rect">
            <a:avLst/>
          </a:prstGeom>
        </p:spPr>
        <p:txBody>
          <a:bodyPr vert="horz" lIns="91440" tIns="45720" rIns="91440" bIns="45720" rtlCol="0" anchor="ctr">
            <a:normAutofit/>
          </a:bodyPr>
          <a:lstStyle/>
          <a:p>
            <a:pPr>
              <a:defRPr/>
            </a:pPr>
            <a:r>
              <a:rPr/>
              <a:t>Click to edit Master title style</a:t>
            </a:r>
            <a:endParaRPr/>
          </a:p>
        </p:txBody>
      </p:sp>
      <p:sp>
        <p:nvSpPr>
          <p:cNvPr id="2011434297" name="Text Placeholder 2"/>
          <p:cNvSpPr>
            <a:spLocks noGrp="1"/>
          </p:cNvSpPr>
          <p:nvPr>
            <p:ph type="body" idx="1"/>
          </p:nvPr>
        </p:nvSpPr>
        <p:spPr bwMode="auto">
          <a:xfrm>
            <a:off x="609599" y="1600201"/>
            <a:ext cx="10972800" cy="4525962"/>
          </a:xfrm>
          <a:prstGeom prst="rect">
            <a:avLst/>
          </a:prstGeom>
        </p:spPr>
        <p:txBody>
          <a:bodyPr vert="horz" lIns="91440" tIns="45720" rIns="91440" bIns="45720" rtlCol="0">
            <a:normAutofit/>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859699252" name="Date Placeholder 3"/>
          <p:cNvSpPr>
            <a:spLocks noGrp="1"/>
          </p:cNvSpPr>
          <p:nvPr>
            <p:ph type="dt" sz="half" idx="2"/>
          </p:nvPr>
        </p:nvSpPr>
        <p:spPr bwMode="auto">
          <a:xfrm>
            <a:off x="609599" y="6356351"/>
            <a:ext cx="2844798"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A69D51E0-3758-456B-809F-07B187805C7D}" type="datetimeFigureOut">
              <a:rPr/>
              <a:t>22.10.2013</a:t>
            </a:fld>
            <a:endParaRPr/>
          </a:p>
        </p:txBody>
      </p:sp>
      <p:sp>
        <p:nvSpPr>
          <p:cNvPr id="1689944761" name="Footer Placeholder 4"/>
          <p:cNvSpPr>
            <a:spLocks noGrp="1"/>
          </p:cNvSpPr>
          <p:nvPr>
            <p:ph type="ftr" sz="quarter" idx="3"/>
          </p:nvPr>
        </p:nvSpPr>
        <p:spPr bwMode="auto">
          <a:xfrm>
            <a:off x="4165599" y="6356351"/>
            <a:ext cx="386079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a:p>
        </p:txBody>
      </p:sp>
      <p:sp>
        <p:nvSpPr>
          <p:cNvPr id="1001814109" name="Slide Number Placeholder 5"/>
          <p:cNvSpPr>
            <a:spLocks noGrp="1"/>
          </p:cNvSpPr>
          <p:nvPr>
            <p:ph type="sldNum" sz="quarter" idx="4"/>
          </p:nvPr>
        </p:nvSpPr>
        <p:spPr bwMode="auto">
          <a:xfrm>
            <a:off x="8737599" y="6356351"/>
            <a:ext cx="2844798"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D3B38E7-149F-4D77-9EEF-9309C2CB69A9}"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0">
        <a:spcBef>
          <a:spcPts val="0"/>
        </a:spcBef>
        <a:buNone/>
        <a:defRPr sz="4400">
          <a:solidFill>
            <a:schemeClr val="tx1">
              <a:lumMod val="65000"/>
              <a:lumOff val="35000"/>
            </a:schemeClr>
          </a:solidFill>
          <a:latin typeface="+mj-lt"/>
          <a:ea typeface="+mj-ea"/>
          <a:cs typeface="+mj-cs"/>
        </a:defRPr>
      </a:lvl1pPr>
    </p:titleStyle>
    <p:bodyStyle>
      <a:lvl1pPr marL="342900" indent="-342900" algn="l" defTabSz="914400" rtl="0">
        <a:spcBef>
          <a:spcPts val="0"/>
        </a:spcBef>
        <a:buFont typeface="Arial"/>
        <a:buChar char="•"/>
        <a:defRPr sz="3200">
          <a:solidFill>
            <a:schemeClr val="tx1">
              <a:lumMod val="75000"/>
              <a:lumOff val="25000"/>
            </a:schemeClr>
          </a:solidFill>
          <a:latin typeface="+mn-lt"/>
          <a:ea typeface="+mn-ea"/>
          <a:cs typeface="+mn-cs"/>
        </a:defRPr>
      </a:lvl1pPr>
      <a:lvl2pPr marL="742950" indent="-285750" algn="l" defTabSz="914400" rtl="0">
        <a:spcBef>
          <a:spcPts val="0"/>
        </a:spcBef>
        <a:buFont typeface="Arial"/>
        <a:buChar char="–"/>
        <a:defRPr sz="2800">
          <a:solidFill>
            <a:schemeClr val="tx1">
              <a:lumMod val="75000"/>
              <a:lumOff val="25000"/>
            </a:schemeClr>
          </a:solidFill>
          <a:latin typeface="+mn-lt"/>
          <a:ea typeface="+mn-ea"/>
          <a:cs typeface="+mn-cs"/>
        </a:defRPr>
      </a:lvl2pPr>
      <a:lvl3pPr marL="1143000" indent="-228600" algn="l" defTabSz="914400" rtl="0">
        <a:spcBef>
          <a:spcPts val="0"/>
        </a:spcBef>
        <a:buFont typeface="Arial"/>
        <a:buChar char="•"/>
        <a:defRPr sz="2400">
          <a:solidFill>
            <a:schemeClr val="tx1">
              <a:lumMod val="75000"/>
              <a:lumOff val="25000"/>
            </a:schemeClr>
          </a:solidFill>
          <a:latin typeface="+mn-lt"/>
          <a:ea typeface="+mn-ea"/>
          <a:cs typeface="+mn-cs"/>
        </a:defRPr>
      </a:lvl3pPr>
      <a:lvl4pPr marL="1600200" indent="-228600" algn="l" defTabSz="914400" rtl="0">
        <a:spcBef>
          <a:spcPts val="0"/>
        </a:spcBef>
        <a:buFont typeface="Arial"/>
        <a:buChar char="–"/>
        <a:defRPr sz="2000">
          <a:solidFill>
            <a:schemeClr val="tx1">
              <a:lumMod val="75000"/>
              <a:lumOff val="25000"/>
            </a:schemeClr>
          </a:solidFill>
          <a:latin typeface="+mn-lt"/>
          <a:ea typeface="+mn-ea"/>
          <a:cs typeface="+mn-cs"/>
        </a:defRPr>
      </a:lvl4pPr>
      <a:lvl5pPr marL="2057400" indent="-228600" algn="l" defTabSz="914400" rtl="0">
        <a:spcBef>
          <a:spcPts val="0"/>
        </a:spcBef>
        <a:buFont typeface="Arial"/>
        <a:buChar char="»"/>
        <a:defRPr sz="2000">
          <a:solidFill>
            <a:schemeClr val="tx1">
              <a:lumMod val="75000"/>
              <a:lumOff val="25000"/>
            </a:schemeClr>
          </a:solidFill>
          <a:latin typeface="+mn-lt"/>
          <a:ea typeface="+mn-ea"/>
          <a:cs typeface="+mn-cs"/>
        </a:defRPr>
      </a:lvl5pPr>
      <a:lvl6pPr marL="2514599"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hyperlink" Target="https://wordsrated.com/number-of-academic-papers-published-per-year/" TargetMode="External"/><Relationship Id="rId5" Type="http://schemas.openxmlformats.org/officeDocument/2006/relationships/hyperlink" Target="https://wordsrated.com/open-access-publishing-statistics/" TargetMode="External"/><Relationship Id="rId6" Type="http://schemas.openxmlformats.org/officeDocument/2006/relationships/image" Target="../media/image4.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beallslist.net/" TargetMode="External"/><Relationship Id="rId4" Type="http://schemas.openxmlformats.org/officeDocument/2006/relationships/hyperlink" Target="https://kanalregister.hkdir.no" TargetMode="External"/><Relationship Id="rId5" Type="http://schemas.openxmlformats.org/officeDocument/2006/relationships/hyperlink" Target="https://pmc.ncbi.nlm.nih.gov/articles/PMC6449603/" TargetMode="External"/><Relationship Id="rId6" Type="http://schemas.openxmlformats.org/officeDocument/2006/relationships/hyperlink" Target="https://pmc.ncbi.nlm.nih.gov/articles/PMC5487745/" TargetMode="Externa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api.crossref.org/works/10.30862/jhm.v5i2.250" TargetMode="External"/><Relationship Id="rId4" Type="http://schemas.openxmlformats.org/officeDocument/2006/relationships/image" Target="../media/image13.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hyperlink" Target="https://eprints.unmer.ac.id/id/eprint/3906/1/Lampiran IIC.C9 Scientometric_Analysis_in_the_Field_of_Big_Data_and_Artificial_Intelligence_in_Industry.pdf" TargetMode="Externa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81765662" name="Title 1"/>
          <p:cNvSpPr>
            <a:spLocks noGrp="1"/>
          </p:cNvSpPr>
          <p:nvPr>
            <p:ph type="ctrTitle"/>
          </p:nvPr>
        </p:nvSpPr>
        <p:spPr bwMode="auto">
          <a:xfrm flipH="0" flipV="0">
            <a:off x="802049" y="2381248"/>
            <a:ext cx="10781226" cy="1938348"/>
          </a:xfrm>
        </p:spPr>
        <p:txBody>
          <a:bodyPr vertOverflow="overflow" horzOverflow="overflow" vert="horz" wrap="square" lIns="91440" tIns="45720" rIns="91440" bIns="45720" numCol="1" spcCol="0" rtlCol="0" fromWordArt="0" anchor="ctr" anchorCtr="0" forceAA="0" upright="0" compatLnSpc="0">
            <a:normAutofit/>
          </a:bodyPr>
          <a:lstStyle/>
          <a:p>
            <a:pPr>
              <a:defRPr/>
            </a:pPr>
            <a:r>
              <a:rPr lang="en-US" sz="4800"/>
              <a:t>Big Data: </a:t>
            </a:r>
            <a:r>
              <a:rPr lang="en-US" sz="4800" b="1"/>
              <a:t>artikel ilmiah</a:t>
            </a:r>
            <a:endParaRPr sz="4800"/>
          </a:p>
        </p:txBody>
      </p:sp>
      <p:sp>
        <p:nvSpPr>
          <p:cNvPr id="419085448" name=""/>
          <p:cNvSpPr txBox="1"/>
          <p:nvPr/>
        </p:nvSpPr>
        <p:spPr bwMode="auto">
          <a:xfrm rot="0" flipH="0" flipV="0">
            <a:off x="8175183" y="6395719"/>
            <a:ext cx="3868032" cy="3657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a:t>https://github.com/jendralhxr/bigdata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17942193" name=""/>
          <p:cNvPicPr>
            <a:picLocks noChangeAspect="1"/>
          </p:cNvPicPr>
          <p:nvPr/>
        </p:nvPicPr>
        <p:blipFill>
          <a:blip r:embed="rId3"/>
          <a:stretch/>
        </p:blipFill>
        <p:spPr bwMode="auto">
          <a:xfrm flipH="0" flipV="0">
            <a:off x="2052570" y="1911238"/>
            <a:ext cx="8249024" cy="334763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88810322" name=""/>
          <p:cNvSpPr txBox="1"/>
          <p:nvPr/>
        </p:nvSpPr>
        <p:spPr bwMode="auto">
          <a:xfrm rot="0" flipH="0" flipV="0">
            <a:off x="2536901" y="2012323"/>
            <a:ext cx="3674202" cy="301788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4800"/>
              <a:t>Jurnal</a:t>
            </a:r>
            <a:r>
              <a:rPr sz="4800"/>
              <a:t>?</a:t>
            </a:r>
            <a:endParaRPr sz="4800"/>
          </a:p>
          <a:p>
            <a:pPr>
              <a:defRPr/>
            </a:pPr>
            <a:r>
              <a:rPr sz="4800"/>
              <a:t>Artikel?</a:t>
            </a:r>
            <a:endParaRPr sz="4800"/>
          </a:p>
          <a:p>
            <a:pPr>
              <a:defRPr/>
            </a:pPr>
            <a:r>
              <a:rPr sz="4800"/>
              <a:t>Paper?</a:t>
            </a:r>
            <a:endParaRPr sz="4800"/>
          </a:p>
          <a:p>
            <a:pPr>
              <a:defRPr/>
            </a:pPr>
            <a:r>
              <a:rPr sz="4800"/>
              <a:t>Conference?</a:t>
            </a:r>
            <a:endParaRPr sz="4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4601316" name=""/>
          <p:cNvPicPr>
            <a:picLocks noChangeAspect="1"/>
          </p:cNvPicPr>
          <p:nvPr/>
        </p:nvPicPr>
        <p:blipFill>
          <a:blip r:embed="rId3"/>
          <a:stretch/>
        </p:blipFill>
        <p:spPr bwMode="auto">
          <a:xfrm flipH="0" flipV="0">
            <a:off x="2439591" y="221029"/>
            <a:ext cx="7569739" cy="5872555"/>
          </a:xfrm>
          <a:prstGeom prst="rect">
            <a:avLst/>
          </a:prstGeom>
        </p:spPr>
      </p:pic>
      <p:sp>
        <p:nvSpPr>
          <p:cNvPr id="23294079" name=""/>
          <p:cNvSpPr/>
          <p:nvPr/>
        </p:nvSpPr>
        <p:spPr bwMode="auto">
          <a:xfrm rot="0" flipH="0" flipV="0">
            <a:off x="2684471" y="1086654"/>
            <a:ext cx="7096795" cy="724436"/>
          </a:xfrm>
          <a:prstGeom prst="rect">
            <a:avLst/>
          </a:prstGeom>
          <a:solidFill>
            <a:schemeClr val="accent1">
              <a:alpha val="37000"/>
            </a:schemeClr>
          </a:solidFill>
        </p:spPr>
        <p:style>
          <a:lnRef idx="2">
            <a:schemeClr val="accent1">
              <a:shade val="50000"/>
            </a:schemeClr>
          </a:lnRef>
          <a:fillRef idx="1">
            <a:schemeClr val="accent1"/>
          </a:fillRef>
          <a:effectRef idx="0">
            <a:schemeClr val="accent1"/>
          </a:effectRef>
          <a:fontRef idx="minor">
            <a:schemeClr val="lt1"/>
          </a:fontRef>
        </p:style>
      </p:sp>
      <p:sp>
        <p:nvSpPr>
          <p:cNvPr id="1570794385" name=""/>
          <p:cNvSpPr/>
          <p:nvPr/>
        </p:nvSpPr>
        <p:spPr bwMode="auto">
          <a:xfrm rot="0" flipH="0" flipV="0">
            <a:off x="2547602" y="295140"/>
            <a:ext cx="5221341" cy="288106"/>
          </a:xfrm>
          <a:prstGeom prst="rect">
            <a:avLst/>
          </a:prstGeom>
          <a:solidFill>
            <a:schemeClr val="accent1">
              <a:alpha val="37000"/>
            </a:schemeClr>
          </a:solidFill>
        </p:spPr>
        <p:style>
          <a:lnRef idx="2">
            <a:schemeClr val="accent1">
              <a:shade val="50000"/>
            </a:schemeClr>
          </a:lnRef>
          <a:fillRef idx="1">
            <a:schemeClr val="accent1"/>
          </a:fillRef>
          <a:effectRef idx="0">
            <a:schemeClr val="accent1"/>
          </a:effectRef>
          <a:fontRef idx="minor">
            <a:schemeClr val="lt1"/>
          </a:fontRef>
        </p:style>
      </p:sp>
      <p:sp>
        <p:nvSpPr>
          <p:cNvPr id="2071212467" name=""/>
          <p:cNvSpPr/>
          <p:nvPr/>
        </p:nvSpPr>
        <p:spPr bwMode="auto">
          <a:xfrm rot="0" flipH="0" flipV="0">
            <a:off x="2121021" y="120739"/>
            <a:ext cx="7982218" cy="6479682"/>
          </a:xfrm>
          <a:prstGeom prst="rect">
            <a:avLst/>
          </a:prstGeom>
          <a:solidFill>
            <a:srgbClr val="92D050">
              <a:alpha val="18000"/>
            </a:srgbClr>
          </a:solidFill>
          <a:ln w="12699" cap="flat" cmpd="sng" algn="ctr">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359878127" name=""/>
          <p:cNvSpPr txBox="1"/>
          <p:nvPr/>
        </p:nvSpPr>
        <p:spPr bwMode="auto">
          <a:xfrm rot="0" flipH="0" flipV="0">
            <a:off x="10156901" y="3040360"/>
            <a:ext cx="1466677" cy="64044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a:solidFill>
                  <a:srgbClr val="00B050"/>
                </a:solidFill>
              </a:rPr>
              <a:t>article/artikel</a:t>
            </a:r>
            <a:endParaRPr>
              <a:solidFill>
                <a:srgbClr val="00B050"/>
              </a:solidFill>
            </a:endParaRPr>
          </a:p>
          <a:p>
            <a:pPr>
              <a:defRPr/>
            </a:pPr>
            <a:r>
              <a:rPr>
                <a:solidFill>
                  <a:srgbClr val="00B050"/>
                </a:solidFill>
              </a:rPr>
              <a:t>paper</a:t>
            </a:r>
            <a:endParaRPr>
              <a:solidFill>
                <a:srgbClr val="00B050"/>
              </a:solidFill>
            </a:endParaRPr>
          </a:p>
        </p:txBody>
      </p:sp>
      <p:sp>
        <p:nvSpPr>
          <p:cNvPr id="822855983" name=""/>
          <p:cNvSpPr txBox="1"/>
          <p:nvPr/>
        </p:nvSpPr>
        <p:spPr bwMode="auto">
          <a:xfrm rot="0" flipH="0" flipV="0">
            <a:off x="9902007" y="1128652"/>
            <a:ext cx="666582" cy="36611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a:solidFill>
                  <a:srgbClr val="00B050"/>
                </a:solidFill>
              </a:rPr>
              <a:t>judul</a:t>
            </a:r>
            <a:endParaRPr>
              <a:solidFill>
                <a:srgbClr val="00B050"/>
              </a:solidFill>
            </a:endParaRPr>
          </a:p>
        </p:txBody>
      </p:sp>
      <p:sp>
        <p:nvSpPr>
          <p:cNvPr id="768660098" name=""/>
          <p:cNvSpPr txBox="1"/>
          <p:nvPr/>
        </p:nvSpPr>
        <p:spPr bwMode="auto">
          <a:xfrm rot="0" flipH="0" flipV="0">
            <a:off x="7854265" y="263027"/>
            <a:ext cx="742707" cy="36611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a:solidFill>
                  <a:schemeClr val="tx2"/>
                </a:solidFill>
              </a:rPr>
              <a:t>jurnal</a:t>
            </a:r>
            <a:endParaRPr>
              <a:solidFill>
                <a:schemeClr val="tx2"/>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75771803" name="Title 1"/>
          <p:cNvSpPr>
            <a:spLocks noGrp="1"/>
          </p:cNvSpPr>
          <p:nvPr>
            <p:ph type="title"/>
          </p:nvPr>
        </p:nvSpPr>
        <p:spPr bwMode="auto"/>
        <p:txBody>
          <a:bodyPr/>
          <a:lstStyle/>
          <a:p>
            <a:pPr>
              <a:defRPr/>
            </a:pPr>
            <a:r>
              <a:rPr/>
              <a:t>Volume, Velocity</a:t>
            </a:r>
            <a:endParaRPr/>
          </a:p>
        </p:txBody>
      </p:sp>
      <p:pic>
        <p:nvPicPr>
          <p:cNvPr id="694381421" name=""/>
          <p:cNvPicPr>
            <a:picLocks noChangeAspect="1"/>
          </p:cNvPicPr>
          <p:nvPr/>
        </p:nvPicPr>
        <p:blipFill>
          <a:blip r:embed="rId3"/>
          <a:stretch/>
        </p:blipFill>
        <p:spPr bwMode="auto">
          <a:xfrm flipH="0" flipV="0">
            <a:off x="26830" y="1824507"/>
            <a:ext cx="5707456" cy="3806829"/>
          </a:xfrm>
          <a:prstGeom prst="rect">
            <a:avLst/>
          </a:prstGeom>
        </p:spPr>
      </p:pic>
      <p:sp>
        <p:nvSpPr>
          <p:cNvPr id="560157907" name=""/>
          <p:cNvSpPr txBox="1"/>
          <p:nvPr/>
        </p:nvSpPr>
        <p:spPr bwMode="auto">
          <a:xfrm rot="0" flipH="0" flipV="0">
            <a:off x="-51260" y="6462097"/>
            <a:ext cx="5507721"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000" u="sng">
                <a:hlinkClick r:id="rId4" tooltip=""/>
              </a:rPr>
              <a:t>https://wordsrated.com/number-of-academic-papers-published-per-year/</a:t>
            </a:r>
            <a:endParaRPr sz="1000"/>
          </a:p>
          <a:p>
            <a:pPr algn="l">
              <a:defRPr/>
            </a:pPr>
            <a:r>
              <a:rPr lang="en-US" sz="1000" b="0" i="0" u="sng" strike="noStrike" cap="none" spc="0">
                <a:solidFill>
                  <a:schemeClr val="tx1"/>
                </a:solidFill>
                <a:latin typeface="Arial"/>
                <a:ea typeface="Arial"/>
                <a:cs typeface="Arial"/>
                <a:hlinkClick r:id="rId5" tooltip=""/>
              </a:rPr>
              <a:t>https://wordsrated.com/open-access-publishing-statistics/</a:t>
            </a:r>
            <a:r>
              <a:rPr sz="1000"/>
              <a:t> </a:t>
            </a:r>
            <a:endParaRPr sz="1000"/>
          </a:p>
        </p:txBody>
      </p:sp>
      <p:pic>
        <p:nvPicPr>
          <p:cNvPr id="1228616645" name=""/>
          <p:cNvPicPr>
            <a:picLocks noChangeAspect="1"/>
          </p:cNvPicPr>
          <p:nvPr/>
        </p:nvPicPr>
        <p:blipFill>
          <a:blip r:embed="rId6"/>
          <a:stretch/>
        </p:blipFill>
        <p:spPr bwMode="auto">
          <a:xfrm flipH="0" flipV="0">
            <a:off x="5599626" y="1712017"/>
            <a:ext cx="6435443" cy="386126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86483509" name="Title 1"/>
          <p:cNvSpPr>
            <a:spLocks noGrp="1"/>
          </p:cNvSpPr>
          <p:nvPr>
            <p:ph type="title"/>
          </p:nvPr>
        </p:nvSpPr>
        <p:spPr bwMode="auto"/>
        <p:txBody>
          <a:bodyPr/>
          <a:lstStyle/>
          <a:p>
            <a:pPr>
              <a:defRPr/>
            </a:pPr>
            <a:r>
              <a:rPr/>
              <a:t>Veracity</a:t>
            </a:r>
            <a:endParaRPr/>
          </a:p>
        </p:txBody>
      </p:sp>
      <p:sp>
        <p:nvSpPr>
          <p:cNvPr id="158932007" name="Content Placeholder 2"/>
          <p:cNvSpPr>
            <a:spLocks noGrp="1"/>
          </p:cNvSpPr>
          <p:nvPr>
            <p:ph idx="1"/>
          </p:nvPr>
        </p:nvSpPr>
        <p:spPr bwMode="auto"/>
        <p:txBody>
          <a:bodyPr/>
          <a:lstStyle/>
          <a:p>
            <a:pPr>
              <a:defRPr/>
            </a:pPr>
            <a:r>
              <a:rPr sz="2800"/>
              <a:t>Banyak pengindeks dan perangking berbeda:</a:t>
            </a:r>
            <a:endParaRPr sz="2800"/>
          </a:p>
          <a:p>
            <a:pPr>
              <a:buFont typeface="Arial"/>
              <a:buChar char="–"/>
              <a:defRPr/>
            </a:pPr>
            <a:r>
              <a:rPr sz="2800"/>
              <a:t>Google Scholar</a:t>
            </a:r>
            <a:endParaRPr sz="2800"/>
          </a:p>
          <a:p>
            <a:pPr>
              <a:buFont typeface="Arial"/>
              <a:buChar char="–"/>
              <a:defRPr/>
            </a:pPr>
            <a:r>
              <a:rPr sz="2800"/>
              <a:t>GARUDA (artikel ilmiah </a:t>
            </a:r>
            <a:r>
              <a:rPr sz="2800" b="1"/>
              <a:t>dari </a:t>
            </a:r>
            <a:r>
              <a:rPr sz="2800" b="0"/>
              <a:t>Indonesia</a:t>
            </a:r>
            <a:r>
              <a:rPr sz="2800"/>
              <a:t>), SINTA (dosen-administratif), ARJUNA (portal akreditasi jurnal)</a:t>
            </a:r>
            <a:endParaRPr sz="2800"/>
          </a:p>
          <a:p>
            <a:pPr>
              <a:buFont typeface="Arial"/>
              <a:buChar char="–"/>
              <a:defRPr/>
            </a:pPr>
            <a:r>
              <a:rPr sz="2800"/>
              <a:t>Scopus</a:t>
            </a:r>
            <a:r>
              <a:rPr sz="2800"/>
              <a:t> (elsevier)</a:t>
            </a:r>
            <a:endParaRPr sz="2800"/>
          </a:p>
          <a:p>
            <a:pPr>
              <a:buFont typeface="Arial"/>
              <a:buChar char="–"/>
              <a:defRPr/>
            </a:pPr>
            <a:r>
              <a:rPr sz="2800"/>
              <a:t>SCI (Clarivate)</a:t>
            </a:r>
            <a:endParaRPr sz="2800"/>
          </a:p>
          <a:p>
            <a:pPr>
              <a:buFont typeface="Arial"/>
              <a:buChar char="–"/>
              <a:defRPr/>
            </a:pPr>
            <a:r>
              <a:rPr sz="2800"/>
              <a:t>Crossref, Zotero, EndNote</a:t>
            </a:r>
            <a:endParaRPr sz="2800"/>
          </a:p>
          <a:p>
            <a:pPr>
              <a:buFont typeface="Arial"/>
              <a:buChar char="–"/>
              <a:defRPr/>
            </a:pPr>
            <a:r>
              <a:rPr sz="2800"/>
              <a:t>CSCD (ChinaScience) </a:t>
            </a:r>
            <a:endParaRPr sz="2800"/>
          </a:p>
          <a:p>
            <a:pPr>
              <a:buFont typeface="Arial"/>
              <a:buChar char="–"/>
              <a:defRPr/>
            </a:pPr>
            <a:r>
              <a:rPr sz="2800"/>
              <a:t>dst </a:t>
            </a:r>
            <a:endParaRPr sz="2800"/>
          </a:p>
        </p:txBody>
      </p:sp>
      <p:pic>
        <p:nvPicPr>
          <p:cNvPr id="1807386142" name=""/>
          <p:cNvPicPr>
            <a:picLocks noChangeAspect="1"/>
          </p:cNvPicPr>
          <p:nvPr/>
        </p:nvPicPr>
        <p:blipFill>
          <a:blip r:embed="rId3"/>
          <a:stretch/>
        </p:blipFill>
        <p:spPr bwMode="auto">
          <a:xfrm>
            <a:off x="7311443" y="5957686"/>
            <a:ext cx="1628775" cy="609599"/>
          </a:xfrm>
          <a:prstGeom prst="rect">
            <a:avLst/>
          </a:prstGeom>
        </p:spPr>
      </p:pic>
      <p:pic>
        <p:nvPicPr>
          <p:cNvPr id="1369130982" name=""/>
          <p:cNvPicPr>
            <a:picLocks noChangeAspect="1"/>
          </p:cNvPicPr>
          <p:nvPr/>
        </p:nvPicPr>
        <p:blipFill>
          <a:blip r:embed="rId4"/>
          <a:stretch/>
        </p:blipFill>
        <p:spPr bwMode="auto">
          <a:xfrm flipH="0" flipV="0">
            <a:off x="5929647" y="5965212"/>
            <a:ext cx="1624647" cy="654078"/>
          </a:xfrm>
          <a:prstGeom prst="rect">
            <a:avLst/>
          </a:prstGeom>
        </p:spPr>
      </p:pic>
      <p:pic>
        <p:nvPicPr>
          <p:cNvPr id="86736254" name=""/>
          <p:cNvPicPr>
            <a:picLocks noChangeAspect="1"/>
          </p:cNvPicPr>
          <p:nvPr/>
        </p:nvPicPr>
        <p:blipFill>
          <a:blip r:embed="rId5"/>
          <a:stretch/>
        </p:blipFill>
        <p:spPr bwMode="auto">
          <a:xfrm flipH="0" flipV="0">
            <a:off x="1490492" y="6039414"/>
            <a:ext cx="2252253" cy="527871"/>
          </a:xfrm>
          <a:prstGeom prst="rect">
            <a:avLst/>
          </a:prstGeom>
        </p:spPr>
      </p:pic>
      <p:pic>
        <p:nvPicPr>
          <p:cNvPr id="690177531" name=""/>
          <p:cNvPicPr>
            <a:picLocks noChangeAspect="1"/>
          </p:cNvPicPr>
          <p:nvPr/>
        </p:nvPicPr>
        <p:blipFill>
          <a:blip r:embed="rId6"/>
          <a:stretch/>
        </p:blipFill>
        <p:spPr bwMode="auto">
          <a:xfrm>
            <a:off x="3897401" y="5965212"/>
            <a:ext cx="1971675" cy="676274"/>
          </a:xfrm>
          <a:prstGeom prst="rect">
            <a:avLst/>
          </a:prstGeom>
        </p:spPr>
      </p:pic>
      <p:pic>
        <p:nvPicPr>
          <p:cNvPr id="330600575" name=""/>
          <p:cNvPicPr>
            <a:picLocks noChangeAspect="1"/>
          </p:cNvPicPr>
          <p:nvPr/>
        </p:nvPicPr>
        <p:blipFill>
          <a:blip r:embed="rId7"/>
          <a:stretch/>
        </p:blipFill>
        <p:spPr bwMode="auto">
          <a:xfrm>
            <a:off x="0" y="0"/>
            <a:ext cx="1666874" cy="666749"/>
          </a:xfrm>
          <a:prstGeom prst="rect">
            <a:avLst/>
          </a:prstGeom>
        </p:spPr>
      </p:pic>
      <p:pic>
        <p:nvPicPr>
          <p:cNvPr id="1361267671" name=""/>
          <p:cNvPicPr>
            <a:picLocks noChangeAspect="1"/>
          </p:cNvPicPr>
          <p:nvPr/>
        </p:nvPicPr>
        <p:blipFill>
          <a:blip r:embed="rId8"/>
          <a:stretch/>
        </p:blipFill>
        <p:spPr bwMode="auto">
          <a:xfrm flipH="0" flipV="0">
            <a:off x="53661" y="6039414"/>
            <a:ext cx="1356337" cy="527871"/>
          </a:xfrm>
          <a:prstGeom prst="rect">
            <a:avLst/>
          </a:prstGeom>
        </p:spPr>
      </p:pic>
      <p:pic>
        <p:nvPicPr>
          <p:cNvPr id="985040508" name=""/>
          <p:cNvPicPr>
            <a:picLocks noChangeAspect="1"/>
          </p:cNvPicPr>
          <p:nvPr/>
        </p:nvPicPr>
        <p:blipFill>
          <a:blip r:embed="rId9"/>
          <a:stretch/>
        </p:blipFill>
        <p:spPr bwMode="auto">
          <a:xfrm flipH="0" flipV="0">
            <a:off x="9095017" y="5960495"/>
            <a:ext cx="847235" cy="549640"/>
          </a:xfrm>
          <a:prstGeom prst="rect">
            <a:avLst/>
          </a:prstGeom>
        </p:spPr>
      </p:pic>
      <p:pic>
        <p:nvPicPr>
          <p:cNvPr id="94856445" name=""/>
          <p:cNvPicPr>
            <a:picLocks noChangeAspect="1"/>
          </p:cNvPicPr>
          <p:nvPr/>
        </p:nvPicPr>
        <p:blipFill>
          <a:blip r:embed="rId10"/>
          <a:stretch/>
        </p:blipFill>
        <p:spPr bwMode="auto">
          <a:xfrm flipH="0" flipV="0">
            <a:off x="10135748" y="5956728"/>
            <a:ext cx="1282209" cy="61151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2741359" name="Title 1"/>
          <p:cNvSpPr>
            <a:spLocks noGrp="1"/>
          </p:cNvSpPr>
          <p:nvPr>
            <p:ph type="title"/>
          </p:nvPr>
        </p:nvSpPr>
        <p:spPr bwMode="auto"/>
        <p:txBody>
          <a:bodyPr/>
          <a:lstStyle/>
          <a:p>
            <a:pPr>
              <a:defRPr/>
            </a:pPr>
            <a:r>
              <a:rPr/>
              <a:t>Veracity: Jurnal </a:t>
            </a:r>
            <a:r>
              <a:rPr i="1"/>
              <a:t>nakal</a:t>
            </a:r>
            <a:r>
              <a:rPr/>
              <a:t>/predator</a:t>
            </a:r>
            <a:endParaRPr/>
          </a:p>
        </p:txBody>
      </p:sp>
      <p:sp>
        <p:nvSpPr>
          <p:cNvPr id="1833376738" name="Content Placeholder 2"/>
          <p:cNvSpPr>
            <a:spLocks noGrp="1"/>
          </p:cNvSpPr>
          <p:nvPr>
            <p:ph idx="1"/>
          </p:nvPr>
        </p:nvSpPr>
        <p:spPr bwMode="auto"/>
        <p:txBody>
          <a:bodyPr/>
          <a:lstStyle/>
          <a:p>
            <a:pPr marL="0" indent="0">
              <a:buFont typeface="Arial"/>
              <a:buNone/>
              <a:defRPr/>
            </a:pPr>
            <a:r>
              <a:rPr sz="2400"/>
              <a:t>Mementingkan keuntungan daripada </a:t>
            </a:r>
            <a:r>
              <a:rPr sz="2400" b="1"/>
              <a:t>integritas</a:t>
            </a:r>
            <a:r>
              <a:rPr sz="2400"/>
              <a:t> akademik.</a:t>
            </a:r>
            <a:endParaRPr sz="2400"/>
          </a:p>
          <a:p>
            <a:pPr marL="0" indent="0">
              <a:buFont typeface="Arial"/>
              <a:buNone/>
              <a:defRPr/>
            </a:pPr>
            <a:endParaRPr sz="2400"/>
          </a:p>
          <a:p>
            <a:pPr marL="0" indent="0">
              <a:buFont typeface="Arial"/>
              <a:buNone/>
              <a:defRPr/>
            </a:pPr>
            <a:r>
              <a:rPr sz="2400"/>
              <a:t>Berbagai kriteria:</a:t>
            </a:r>
            <a:endParaRPr sz="2400"/>
          </a:p>
          <a:p>
            <a:pPr>
              <a:defRPr/>
            </a:pPr>
            <a:r>
              <a:rPr sz="2400"/>
              <a:t>Beall (2008-2010an, updated 2024) </a:t>
            </a:r>
            <a:r>
              <a:rPr lang="en-US" sz="2400" b="0" i="0" u="sng" strike="noStrike" cap="none" spc="0">
                <a:solidFill>
                  <a:schemeClr val="tx1">
                    <a:lumMod val="75000"/>
                    <a:lumOff val="25000"/>
                  </a:schemeClr>
                </a:solidFill>
                <a:latin typeface="Arial"/>
                <a:ea typeface="Arial"/>
                <a:cs typeface="Arial"/>
                <a:hlinkClick r:id="rId3" tooltip=""/>
              </a:rPr>
              <a:t>https://beallslist.net/</a:t>
            </a:r>
            <a:r>
              <a:rPr lang="en-US" sz="2400" b="0" i="0" u="none" strike="noStrike" cap="none" spc="0">
                <a:solidFill>
                  <a:schemeClr val="tx1">
                    <a:lumMod val="75000"/>
                    <a:lumOff val="25000"/>
                  </a:schemeClr>
                </a:solidFill>
                <a:latin typeface="Arial"/>
                <a:ea typeface="Arial"/>
                <a:cs typeface="Arial"/>
              </a:rPr>
              <a:t> </a:t>
            </a:r>
            <a:endParaRPr sz="2400" b="0" i="0" u="none" strike="noStrike" cap="none" spc="0">
              <a:solidFill>
                <a:schemeClr val="tx1">
                  <a:lumMod val="75000"/>
                  <a:lumOff val="25000"/>
                </a:schemeClr>
              </a:solidFill>
              <a:latin typeface="Arial"/>
              <a:ea typeface="Arial"/>
              <a:cs typeface="Arial"/>
            </a:endParaRPr>
          </a:p>
          <a:p>
            <a:pPr>
              <a:defRPr/>
            </a:pPr>
            <a:r>
              <a:rPr lang="en-US" sz="2400" b="0" i="0" u="none" strike="noStrike" cap="none" spc="0">
                <a:solidFill>
                  <a:schemeClr val="tx1">
                    <a:lumMod val="75000"/>
                    <a:lumOff val="25000"/>
                  </a:schemeClr>
                </a:solidFill>
                <a:latin typeface="Arial"/>
                <a:ea typeface="Arial"/>
                <a:cs typeface="Arial"/>
              </a:rPr>
              <a:t>Norwegian Scientific Index</a:t>
            </a:r>
            <a:r>
              <a:rPr lang="en-US" sz="2400" b="0" i="0" u="none" strike="noStrike" cap="none" spc="0">
                <a:solidFill>
                  <a:schemeClr val="tx1">
                    <a:lumMod val="75000"/>
                    <a:lumOff val="25000"/>
                  </a:schemeClr>
                </a:solidFill>
                <a:latin typeface="Arial"/>
                <a:ea typeface="Arial"/>
                <a:cs typeface="Arial"/>
              </a:rPr>
              <a:t> </a:t>
            </a:r>
            <a:r>
              <a:rPr lang="en-US" sz="2400" b="0" i="0" u="sng" strike="noStrike" cap="none" spc="0">
                <a:solidFill>
                  <a:schemeClr val="tx1">
                    <a:lumMod val="75000"/>
                    <a:lumOff val="25000"/>
                  </a:schemeClr>
                </a:solidFill>
                <a:latin typeface="Arial"/>
                <a:ea typeface="Arial"/>
                <a:cs typeface="Arial"/>
                <a:hlinkClick r:id="rId4" tooltip=""/>
              </a:rPr>
              <a:t>https://kanalregister.hkdir.no</a:t>
            </a:r>
            <a:r>
              <a:rPr lang="en-US" sz="2400" b="0" i="0" u="none" strike="noStrike" cap="none" spc="0">
                <a:solidFill>
                  <a:schemeClr val="tx1">
                    <a:lumMod val="75000"/>
                    <a:lumOff val="25000"/>
                  </a:schemeClr>
                </a:solidFill>
                <a:latin typeface="Arial"/>
                <a:ea typeface="Arial"/>
                <a:cs typeface="Arial"/>
              </a:rPr>
              <a:t> </a:t>
            </a:r>
            <a:endParaRPr sz="2400" b="0" i="0" u="none" strike="noStrike" cap="none" spc="0">
              <a:solidFill>
                <a:schemeClr val="tx1">
                  <a:lumMod val="75000"/>
                  <a:lumOff val="25000"/>
                </a:schemeClr>
              </a:solidFill>
              <a:latin typeface="Arial"/>
              <a:ea typeface="Arial"/>
              <a:cs typeface="Arial"/>
            </a:endParaRPr>
          </a:p>
          <a:p>
            <a:pPr>
              <a:defRPr/>
            </a:pPr>
            <a:r>
              <a:rPr lang="en-US" sz="2400" b="0" i="0" u="none" strike="noStrike" cap="none" spc="0">
                <a:solidFill>
                  <a:schemeClr val="tx1">
                    <a:lumMod val="75000"/>
                    <a:lumOff val="25000"/>
                  </a:schemeClr>
                </a:solidFill>
                <a:latin typeface="Arial"/>
                <a:ea typeface="Arial"/>
                <a:cs typeface="Arial"/>
              </a:rPr>
              <a:t>Memon (medis, 2019) </a:t>
            </a:r>
            <a:r>
              <a:rPr lang="en-US" sz="2400" b="0" i="0" u="sng" strike="noStrike" cap="none" spc="0">
                <a:solidFill>
                  <a:schemeClr val="tx1">
                    <a:lumMod val="75000"/>
                    <a:lumOff val="25000"/>
                  </a:schemeClr>
                </a:solidFill>
                <a:latin typeface="Arial"/>
                <a:ea typeface="Arial"/>
                <a:cs typeface="Arial"/>
                <a:hlinkClick r:id="rId5" tooltip=""/>
              </a:rPr>
              <a:t>https://pmc.ncbi.nlm.nih.gov/articles/PMC6449603/</a:t>
            </a:r>
            <a:r>
              <a:rPr lang="en-US" sz="2400" b="0" i="0" u="none" strike="noStrike" cap="none" spc="0">
                <a:solidFill>
                  <a:schemeClr val="tx1">
                    <a:lumMod val="75000"/>
                    <a:lumOff val="25000"/>
                  </a:schemeClr>
                </a:solidFill>
                <a:latin typeface="Arial"/>
                <a:ea typeface="Arial"/>
                <a:cs typeface="Arial"/>
              </a:rPr>
              <a:t> </a:t>
            </a:r>
            <a:endParaRPr lang="en-US" sz="2400" b="0" i="0" u="none" strike="noStrike" cap="none" spc="0">
              <a:solidFill>
                <a:schemeClr val="tx1">
                  <a:lumMod val="75000"/>
                  <a:lumOff val="25000"/>
                </a:schemeClr>
              </a:solidFill>
              <a:latin typeface="Arial"/>
              <a:ea typeface="Arial"/>
              <a:cs typeface="Arial"/>
            </a:endParaRPr>
          </a:p>
          <a:p>
            <a:pPr>
              <a:defRPr/>
            </a:pPr>
            <a:r>
              <a:rPr lang="en-US" sz="2400" b="0" i="0" u="none" strike="noStrike" cap="none" spc="0">
                <a:solidFill>
                  <a:schemeClr val="tx1">
                    <a:lumMod val="75000"/>
                    <a:lumOff val="25000"/>
                  </a:schemeClr>
                </a:solidFill>
                <a:latin typeface="Arial"/>
                <a:ea typeface="Arial"/>
                <a:cs typeface="Arial"/>
              </a:rPr>
              <a:t>Eriksson and Helgesson</a:t>
            </a:r>
            <a:r>
              <a:rPr lang="en-US" sz="2400" b="0" i="0" u="none" strike="noStrike" cap="none" spc="0">
                <a:solidFill>
                  <a:schemeClr val="tx1">
                    <a:lumMod val="75000"/>
                    <a:lumOff val="25000"/>
                  </a:schemeClr>
                </a:solidFill>
                <a:latin typeface="Arial"/>
                <a:ea typeface="Arial"/>
                <a:cs typeface="Arial"/>
              </a:rPr>
              <a:t> </a:t>
            </a:r>
            <a:r>
              <a:rPr lang="en-US" sz="2400" b="0" i="0" u="none" strike="noStrike" cap="none" spc="0">
                <a:solidFill>
                  <a:schemeClr val="tx1">
                    <a:lumMod val="75000"/>
                    <a:lumOff val="25000"/>
                  </a:schemeClr>
                </a:solidFill>
                <a:latin typeface="Arial"/>
                <a:ea typeface="Arial"/>
                <a:cs typeface="Arial"/>
              </a:rPr>
              <a:t>(medis, 2016) </a:t>
            </a:r>
            <a:r>
              <a:rPr lang="en-US" sz="2400" b="0" i="0" u="sng" strike="noStrike" cap="none" spc="0">
                <a:solidFill>
                  <a:schemeClr val="tx1">
                    <a:lumMod val="75000"/>
                    <a:lumOff val="25000"/>
                  </a:schemeClr>
                </a:solidFill>
                <a:latin typeface="Arial"/>
                <a:ea typeface="Arial"/>
                <a:cs typeface="Arial"/>
                <a:hlinkClick r:id="rId6" tooltip=""/>
              </a:rPr>
              <a:t>https://pmc.ncbi.nlm.nih.gov/articles/PMC5487745/</a:t>
            </a:r>
            <a:r>
              <a:rPr lang="en-US" sz="2400" b="0" i="0" u="none" strike="noStrike" cap="none" spc="0">
                <a:solidFill>
                  <a:schemeClr val="tx1">
                    <a:lumMod val="75000"/>
                    <a:lumOff val="25000"/>
                  </a:schemeClr>
                </a:solidFill>
                <a:latin typeface="Arial"/>
                <a:ea typeface="Arial"/>
                <a:cs typeface="Arial"/>
              </a:rPr>
              <a:t> </a:t>
            </a:r>
            <a:endParaRPr sz="2400"/>
          </a:p>
          <a:p>
            <a:pPr marL="0" indent="0">
              <a:buFont typeface="Arial"/>
              <a:buNone/>
              <a:defRPr/>
            </a:pP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33315849" name="Title 1"/>
          <p:cNvSpPr>
            <a:spLocks noGrp="1"/>
          </p:cNvSpPr>
          <p:nvPr>
            <p:ph type="title"/>
          </p:nvPr>
        </p:nvSpPr>
        <p:spPr bwMode="auto"/>
        <p:txBody>
          <a:bodyPr/>
          <a:lstStyle/>
          <a:p>
            <a:pPr>
              <a:defRPr/>
            </a:pPr>
            <a:r>
              <a:rPr/>
              <a:t>Variety</a:t>
            </a:r>
            <a:endParaRPr/>
          </a:p>
        </p:txBody>
      </p:sp>
      <p:sp>
        <p:nvSpPr>
          <p:cNvPr id="1077355262" name=""/>
          <p:cNvSpPr txBox="1"/>
          <p:nvPr/>
        </p:nvSpPr>
        <p:spPr bwMode="auto">
          <a:xfrm rot="0" flipH="0" flipV="0">
            <a:off x="609598" y="6364125"/>
            <a:ext cx="8798757"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u="sng">
                <a:hlinkClick r:id="rId3" tooltip=""/>
              </a:rPr>
              <a:t>https://api.crossref.org/works/</a:t>
            </a:r>
            <a:r>
              <a:rPr u="sng">
                <a:hlinkClick r:id="rId3" tooltip=""/>
              </a:rPr>
              <a:t>10.30862/jhm.v5i2.250</a:t>
            </a:r>
            <a:r>
              <a:rPr/>
              <a:t> </a:t>
            </a:r>
            <a:endParaRPr/>
          </a:p>
        </p:txBody>
      </p:sp>
      <p:pic>
        <p:nvPicPr>
          <p:cNvPr id="258757050" name=""/>
          <p:cNvPicPr>
            <a:picLocks noChangeAspect="1"/>
          </p:cNvPicPr>
          <p:nvPr/>
        </p:nvPicPr>
        <p:blipFill>
          <a:blip r:embed="rId4"/>
          <a:stretch/>
        </p:blipFill>
        <p:spPr bwMode="auto">
          <a:xfrm>
            <a:off x="173059" y="1124218"/>
            <a:ext cx="5067299" cy="1171575"/>
          </a:xfrm>
          <a:prstGeom prst="rect">
            <a:avLst/>
          </a:prstGeom>
        </p:spPr>
      </p:pic>
      <p:sp>
        <p:nvSpPr>
          <p:cNvPr id="1662608381" name=""/>
          <p:cNvSpPr/>
          <p:nvPr/>
        </p:nvSpPr>
        <p:spPr bwMode="auto">
          <a:xfrm>
            <a:off x="222659" y="2431148"/>
            <a:ext cx="7746540" cy="982065"/>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000" b="0" i="0" u="none">
                <a:solidFill>
                  <a:srgbClr val="000000"/>
                </a:solidFill>
                <a:latin typeface="Courier New"/>
                <a:ea typeface="Courier New"/>
                <a:cs typeface="Courier New"/>
              </a:rPr>
              <a:t>@article{fitrianawati2022monte,
  title={Monte Carlo method at the 24 game and its application for mathematics education},
  author={Fitrianawati, Meita and Aliansyah, Zulhaj and Peni, Nur Robiah Nofikusumawati and Farid, Imam Wahyudi and Hakim, Lukman and others},
  journal={Journal of Honai Math},
  volume={5},
  number={2},
  pages={83--94},
  year={2022}
}
</a:t>
            </a:r>
            <a:endParaRPr/>
          </a:p>
        </p:txBody>
      </p:sp>
      <p:sp>
        <p:nvSpPr>
          <p:cNvPr id="2120783396" name=""/>
          <p:cNvSpPr/>
          <p:nvPr/>
        </p:nvSpPr>
        <p:spPr bwMode="auto">
          <a:xfrm flipH="0" flipV="0">
            <a:off x="284812" y="3499833"/>
            <a:ext cx="11603145" cy="277403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800" b="0" i="0" u="none">
                <a:solidFill>
                  <a:srgbClr val="000000"/>
                </a:solidFill>
                <a:latin typeface="Courier New"/>
                <a:ea typeface="Courier New"/>
                <a:cs typeface="Courier New"/>
              </a:rPr>
              <a:t>{"status":"ok","message-type":"work","message-version":"1.0.0","message":{"indexed":{"date-parts":[[2024,3,14]],"date-time":"2024-03-14T02:52:24Z","timestamp":1710384744118},"reference-count":0,"publisher":"Universitas Papua","issue":"2","license":[{"start":{"date-parts":[[2022,3,26]],"date-time":"2022-03-26T00:00:00Z","timestamp":1648252800000},"content-version":"unspecified","delay-in-days":0,"URL":"https:\/\/creativecommons.org\/licenses\/by-nc-sa\/4.0"}],"content-domain":{"domain":[],"crossmark-restriction":false},"short-container-title":["J. Honai Math"],"abstract":"&lt;jats:p&gt;Students often find mathematics a challenging subject and turn it into a scourge for them. Game-based learning, such as \u201c24-card game\u201d, help engage students in a self-paced and fun learning process and thus may overcome students\u2019 math anxiety and promote mental math skills. This research aims to examine how the 24-card game works using the Monte Carlo method and the possibility to overcome students' mathematics anxiety. The meta-analysis method was used to explain Monte Carlo\u2019s simulation to solve the solution for all possible combinations of cards in the game and respectively assign difficulty levels. The student's proficiency level was evaluated based on the divergence value in the number of guesses required to solve the dealt combination at 87% to show full proficiency. The evaluation could also show the math difficulty of advanced operations, such as fractions and grouping games. This game is more efficient in developing students' mental math skills compared to a conventional and rigidly structured classroom lecture.&lt;\/jats:p&gt;","DOI":"10.30862\/jhm.v5i2.250","type":"journal-article","created":{"date-parts":[[2022,8,14]],"date-time":"2022-08-14T03:10:12Z","timestamp":1660446612000},"page":"83-94","source":"Crossref","is-referenced-by-count":1,"title":["Monte Carlo method at the 24 game and its application for mathematics education"],"prefix":"10.30862","volume":"5","author":[{"given":"Meita","family":"Fitrianawati","sequence":"first","affiliation":[]},{"given":"Zulhaj","family":"Aliansyah","sequence":"additional","affiliation":[]},{"given":"Nur Robiah Nofikusumawati","family":"Peni","sequence":"additional","affiliation":[]},{"given":"Imam Wahyudi","family":"Farid","sequence":"additional","affiliation":[]},{"given":"Lukman","family":"Hakim","sequence":"additional","affiliation":[]}],"member":"12309","published-online":{"date-parts":[[2022,3,26]]},"container-title":["Journal of Honai Math"],"original-title":[],"link":[{"URL":"https:\/\/journalfkipunipa.org\/index.php\/jhm\/article\/viewFile\/250\/142","content-type":"application\/pdf","content-version":"vor","intended-application":"text-mining"},{"URL":"https:\/\/journalfkipunipa.org\/index.php\/jhm\/article\/viewFile\/250\/142","content-type":"unspecified","content-version":"vor","intended-application":"similarity-checking"}],"deposited":{"date-parts":[[2022,8,14]],"date-time":"2022-08-14T03:10:13Z","timestamp":1660446613000},"score":1,"resource":{"primary":{"URL":"https:\/\/journalfkipunipa.org\/index.php\/jhm\/article\/view\/250"}},"subtitle":[],"short-title":[],"issued":{"date-parts":[[2022,3,26]]},"references-count":0,"journal-issue":{"issue":"2","published-online":{"date-parts":[[2022,3,26]]}},"URL":"https:\/\/doi.org\/10.30862\/jhm.v5i2.250","relation":{},"ISSN":["2615-2193","2615-2185"],"issn-type":[{"value":"2615-2193","type":"electronic"},{"value":"2615-2185","type":"print"}],"subject":[],"published":{"date-parts":[[2022,3,26]]}}}</a:t>
            </a:r>
            <a:endParaRPr sz="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27174429" name="Title 1"/>
          <p:cNvSpPr>
            <a:spLocks noGrp="1"/>
          </p:cNvSpPr>
          <p:nvPr>
            <p:ph type="title"/>
          </p:nvPr>
        </p:nvSpPr>
        <p:spPr bwMode="auto"/>
        <p:txBody>
          <a:bodyPr/>
          <a:lstStyle/>
          <a:p>
            <a:pPr>
              <a:defRPr/>
            </a:pPr>
            <a:r>
              <a:rPr/>
              <a:t>Visualization</a:t>
            </a:r>
            <a:endParaRPr/>
          </a:p>
        </p:txBody>
      </p:sp>
      <p:pic>
        <p:nvPicPr>
          <p:cNvPr id="400442109" name=""/>
          <p:cNvPicPr>
            <a:picLocks noChangeAspect="1"/>
          </p:cNvPicPr>
          <p:nvPr/>
        </p:nvPicPr>
        <p:blipFill>
          <a:blip r:embed="rId3"/>
          <a:stretch/>
        </p:blipFill>
        <p:spPr bwMode="auto">
          <a:xfrm flipH="0" flipV="0">
            <a:off x="-57150" y="67320"/>
            <a:ext cx="9946049" cy="6657329"/>
          </a:xfrm>
          <a:prstGeom prst="rect">
            <a:avLst/>
          </a:prstGeom>
        </p:spPr>
      </p:pic>
      <p:sp>
        <p:nvSpPr>
          <p:cNvPr id="1428092588" name=""/>
          <p:cNvSpPr txBox="1"/>
          <p:nvPr/>
        </p:nvSpPr>
        <p:spPr bwMode="auto">
          <a:xfrm rot="0" flipH="0" flipV="0">
            <a:off x="114298" y="6663509"/>
            <a:ext cx="11319810"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200" u="sng">
                <a:hlinkClick r:id="rId4" tooltip=""/>
              </a:rPr>
              <a:t>https://eprints.unmer.ac.id/id/eprint/3906/1/Lampiran%20IIC.C9%20Scientometric_Analysis_in_the_Field_of_Big_Data_and_Artificial_Intelligence_in_Industry.pdf</a:t>
            </a:r>
            <a:r>
              <a:rPr sz="1200"/>
              <a:t> </a:t>
            </a:r>
            <a:endParaRPr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1510354" name="Title 1"/>
          <p:cNvSpPr>
            <a:spLocks noGrp="1"/>
          </p:cNvSpPr>
          <p:nvPr>
            <p:ph type="title"/>
          </p:nvPr>
        </p:nvSpPr>
        <p:spPr bwMode="auto"/>
        <p:txBody>
          <a:bodyPr/>
          <a:lstStyle/>
          <a:p>
            <a:pPr>
              <a:defRPr/>
            </a:pPr>
            <a:r>
              <a:rPr/>
              <a:t>Value</a:t>
            </a:r>
            <a:endParaRPr/>
          </a:p>
        </p:txBody>
      </p:sp>
      <p:sp>
        <p:nvSpPr>
          <p:cNvPr id="1642414951" name="Content Placeholder 2"/>
          <p:cNvSpPr>
            <a:spLocks noGrp="1"/>
          </p:cNvSpPr>
          <p:nvPr>
            <p:ph idx="1"/>
          </p:nvPr>
        </p:nvSpPr>
        <p:spPr bwMode="auto"/>
        <p:txBody>
          <a:bodyPr/>
          <a:lstStyle/>
          <a:p>
            <a:pPr>
              <a:defRPr/>
            </a:pPr>
            <a:r>
              <a:rPr/>
              <a:t>Nulis skripsi</a:t>
            </a:r>
            <a:endParaRPr/>
          </a:p>
          <a:p>
            <a:pPr>
              <a:defRPr/>
            </a:pPr>
            <a:r>
              <a:rPr/>
              <a:t>Cari teman/perbandingan/rujukan untuk evaluasi</a:t>
            </a:r>
            <a:r>
              <a:rPr/>
              <a:t> dan pengembangan</a:t>
            </a:r>
            <a:endParaRPr/>
          </a:p>
          <a:p>
            <a:pPr marL="0" indent="0">
              <a:buFont typeface="Arial"/>
              <a:buNone/>
              <a:defRPr/>
            </a:pPr>
            <a:endParaRPr/>
          </a:p>
          <a:p>
            <a:pPr>
              <a:defRPr/>
            </a:pPr>
            <a:r>
              <a:rPr b="1"/>
              <a:t>semestinya </a:t>
            </a:r>
            <a:r>
              <a:rPr/>
              <a:t>bukan untuk sombong</a:t>
            </a:r>
            <a:endParaRPr/>
          </a:p>
          <a:p>
            <a:pPr>
              <a:defRPr/>
            </a:pPr>
            <a:r>
              <a:rPr/>
              <a:t>semestinya bukan kendala administratif</a:t>
            </a:r>
            <a:endParaRPr/>
          </a:p>
          <a:p>
            <a:pPr>
              <a:defRPr/>
            </a:pPr>
            <a:r>
              <a:rPr/>
              <a:t>semestinya bukan </a:t>
            </a:r>
            <a:r>
              <a:rPr i="1"/>
              <a:t>publish or perish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Turt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lassic 2">
      <a:majorFont>
        <a:latin typeface="Arial"/>
        <a:ea typeface="Arial"/>
        <a:cs typeface="Arial"/>
      </a:majorFont>
      <a:minorFont>
        <a:latin typeface="Arial"/>
        <a:ea typeface="Arial"/>
        <a:cs typeface="Arial"/>
      </a:minorFont>
    </a:fontScheme>
    <a:fmtScheme name="Standard">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ONLYOFFICE/9.0.4.50</Application>
  <PresentationFormat>On-screen Show (4:3)</PresentationFormat>
  <Paragraphs>0</Paragraphs>
  <Slides>10</Slides>
  <Notes>10</Notes>
  <HiddenSlides>0</HiddenSlides>
  <MMClips>2</MMClips>
  <ScaleCrop>0</ScaleCrop>
  <HeadingPairs>
    <vt:vector size="4" baseType="variant">
      <vt:variant>
        <vt:lpstr>Theme</vt:lpstr>
      </vt:variant>
      <vt:variant>
        <vt:i4>1</vt:i4>
      </vt:variant>
      <vt:variant>
        <vt:lpstr>Slide Titles</vt:lpstr>
      </vt:variant>
      <vt:variant>
        <vt:i4>10</vt:i4>
      </vt:variant>
    </vt:vector>
  </HeadingPairs>
  <TitlesOfParts>
    <vt:vector size="11" baseType="lpstr">
      <vt:lpstr>Theme 1</vt:lpstr>
      <vt:lpstr>Slide 1</vt:lpstr>
      <vt:lpstr>Slide 2</vt:lpstr>
      <vt:lpstr>Slide 3</vt:lpstr>
      <vt:lpstr>Slide 4</vt:lpstr>
      <vt:lpstr>Slide 5</vt:lpstr>
      <vt:lpstr>Slide 6</vt:lpstr>
      <vt:lpstr>Slide 7</vt:lpstr>
      <vt:lpstr>Slide 8</vt:lpstr>
      <vt:lpstr>Slide 9</vt:lpstr>
      <vt:lpstr>Slide 10</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14</cp:revision>
  <dcterms:modified xsi:type="dcterms:W3CDTF">2026-05-19T03:26:56Z</dcterms:modified>
</cp:coreProperties>
</file>