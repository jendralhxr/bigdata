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964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813812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1277387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0601401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82062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251138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61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7263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740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4358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348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793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657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388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0772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FBD328-D662-A831-46C1-F9A036AFBC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23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818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049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AD60C5-95EA-6770-D749-F39609D31D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173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6573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8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327496-FEDF-FFDB-8472-E144E87CE9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9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541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2392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9DC9FA-56DC-32BB-F68B-4482738432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46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626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487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7E9EE7-5150-EC4A-8F80-F9A4211931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79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9982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590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710F1-5515-A324-9C49-C626617C4F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50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1209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4620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34600-55DE-1B1E-9D26-664AF1E140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503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72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691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89B9B-3E0D-7BF7-6B4B-0FD83251F2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19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12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36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19C36C-4469-234C-60E3-2D08C13ACC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11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5615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999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98BDE8-2DA1-822E-A4D8-F65B493B3B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466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941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66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147B7C-C803-76EA-BE8E-8A2DDDC8AC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242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9806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90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CC3B29-2F0F-F33D-3507-2C7D6FE22C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3580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0735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972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0EAB69-04D7-E0D2-6433-70111DC15C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569349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83362556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83593777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2864475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3937358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03534521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586681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348723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7600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1477379918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17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48904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785978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34387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7789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76687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131849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847566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748242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201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9617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7980674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067112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550828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1593348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3818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332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762725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571591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0870319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37249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24435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226211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6472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2351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33623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720124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6623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88898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909193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6674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53324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5888396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684000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85953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257106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6290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750582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678279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4859441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654651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895590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437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747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45398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47078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580789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28884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21175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979445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23399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5492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6328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9109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15569783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28984717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372122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988208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795594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4817111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80870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jendralhxr/big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832981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107098" y="2381249"/>
            <a:ext cx="8476179" cy="19383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acquisition</a:t>
            </a:r>
            <a:endParaRPr sz="4800"/>
          </a:p>
        </p:txBody>
      </p:sp>
      <p:sp>
        <p:nvSpPr>
          <p:cNvPr id="708851284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4164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Karakteristik (5+3...V)</a:t>
            </a:r>
            <a:endParaRPr sz="3200"/>
          </a:p>
        </p:txBody>
      </p:sp>
      <p:sp>
        <p:nvSpPr>
          <p:cNvPr id="108933569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Volume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(tera-petabyte, lah)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Velocity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(terus bertambah)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Variety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(berbagai jenis bacaan/kolom sekaligus)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Veracity (tingkat keakuratan dan keandalan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(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knowledge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yang bisa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dikulik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Variability (perubahan pola)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Volatility (kadang ada, kadang tiada)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Visualization (digest, cuplikan informatif)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1817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Cara</a:t>
            </a:r>
            <a:r>
              <a:rPr sz="3200"/>
              <a:t> cari-cari data:</a:t>
            </a:r>
            <a:endParaRPr sz="3200"/>
          </a:p>
        </p:txBody>
      </p:sp>
      <p:sp>
        <p:nvSpPr>
          <p:cNvPr id="184799646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Data stream publik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Public/open data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repository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Public API*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Scraping*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Bikin sendiri (sensor IoT, instrumentasi, dlsb)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Kaggle tidak cukup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big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8268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Data stream</a:t>
            </a:r>
            <a:endParaRPr sz="3200"/>
          </a:p>
        </p:txBody>
      </p:sp>
      <p:pic>
        <p:nvPicPr>
          <p:cNvPr id="6531119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49699" y="1170474"/>
            <a:ext cx="9658350" cy="57317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001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Data stream</a:t>
            </a:r>
            <a:endParaRPr sz="3200"/>
          </a:p>
        </p:txBody>
      </p:sp>
      <p:pic>
        <p:nvPicPr>
          <p:cNvPr id="17741247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71548" y="1265546"/>
            <a:ext cx="9317400" cy="5240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5794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Public repository</a:t>
            </a:r>
            <a:endParaRPr sz="3200"/>
          </a:p>
        </p:txBody>
      </p:sp>
      <p:pic>
        <p:nvPicPr>
          <p:cNvPr id="4902172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1049" y="1133468"/>
            <a:ext cx="6193199" cy="524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9233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Public repository</a:t>
            </a:r>
            <a:r>
              <a:rPr sz="3200"/>
              <a:t> (API)</a:t>
            </a:r>
            <a:endParaRPr sz="3200"/>
          </a:p>
        </p:txBody>
      </p:sp>
      <p:pic>
        <p:nvPicPr>
          <p:cNvPr id="17030266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71550" y="1246874"/>
            <a:ext cx="6040800" cy="5394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5248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API call</a:t>
            </a:r>
            <a:r>
              <a:rPr sz="3200"/>
              <a:t> (biasanya jadi JSON)</a:t>
            </a:r>
            <a:endParaRPr sz="3200"/>
          </a:p>
        </p:txBody>
      </p:sp>
      <p:pic>
        <p:nvPicPr>
          <p:cNvPr id="90367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7657" y="1333499"/>
            <a:ext cx="6733791" cy="5227776"/>
          </a:xfrm>
          <a:prstGeom prst="rect">
            <a:avLst/>
          </a:prstGeom>
        </p:spPr>
      </p:pic>
      <p:sp>
        <p:nvSpPr>
          <p:cNvPr id="217470495" name=""/>
          <p:cNvSpPr txBox="1"/>
          <p:nvPr/>
        </p:nvSpPr>
        <p:spPr bwMode="auto">
          <a:xfrm rot="0" flipH="0" flipV="0">
            <a:off x="6958551" y="2644457"/>
            <a:ext cx="4871497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https://github.com/infoBMKG/data-gempabumi</a:t>
            </a:r>
            <a:endParaRPr/>
          </a:p>
        </p:txBody>
      </p:sp>
      <p:sp>
        <p:nvSpPr>
          <p:cNvPr id="1255521403" name=""/>
          <p:cNvSpPr txBox="1"/>
          <p:nvPr/>
        </p:nvSpPr>
        <p:spPr bwMode="auto">
          <a:xfrm rot="0" flipH="0" flipV="0">
            <a:off x="7057622" y="2122169"/>
            <a:ext cx="4287053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https://github.com/infoBMKG/data-cuaca</a:t>
            </a:r>
            <a:endParaRPr/>
          </a:p>
        </p:txBody>
      </p:sp>
      <p:sp>
        <p:nvSpPr>
          <p:cNvPr id="1641004367" name=""/>
          <p:cNvSpPr txBox="1"/>
          <p:nvPr/>
        </p:nvSpPr>
        <p:spPr bwMode="auto">
          <a:xfrm rot="0" flipH="0" flipV="0">
            <a:off x="7057622" y="3150869"/>
            <a:ext cx="4045617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https://github.com/infoBMKG/data-cap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199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API call</a:t>
            </a:r>
            <a:r>
              <a:rPr sz="3200"/>
              <a:t> (biasanya jadi JSON atau halaman terpaginasi)</a:t>
            </a:r>
            <a:endParaRPr sz="3200"/>
          </a:p>
        </p:txBody>
      </p:sp>
      <p:pic>
        <p:nvPicPr>
          <p:cNvPr id="1605800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5349" y="1257633"/>
            <a:ext cx="5983649" cy="55622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196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Scraping* : </a:t>
            </a:r>
            <a:endParaRPr sz="3200"/>
          </a:p>
        </p:txBody>
      </p:sp>
      <p:sp>
        <p:nvSpPr>
          <p:cNvPr id="1890950483" name="Content Placeholder 2"/>
          <p:cNvSpPr>
            <a:spLocks noGrp="1"/>
          </p:cNvSpPr>
          <p:nvPr>
            <p:ph idx="1"/>
          </p:nvPr>
        </p:nvSpPr>
        <p:spPr bwMode="auto">
          <a:xfrm>
            <a:off x="609598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Download dengan terotomasi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Terstruktur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Terencana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Tapi bisa “memberatkan” server kalau keterlaluan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1239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0999" y="257593"/>
            <a:ext cx="6612300" cy="6090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25048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750" y="169020"/>
            <a:ext cx="7469550" cy="6519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6849605" name=""/>
          <p:cNvPicPr>
            <a:picLocks noChangeAspect="1"/>
          </p:cNvPicPr>
          <p:nvPr/>
        </p:nvPicPr>
        <p:blipFill>
          <a:blip r:embed="rId3"/>
          <a:srcRect l="0" t="0" r="0" b="21097"/>
          <a:stretch/>
        </p:blipFill>
        <p:spPr bwMode="auto">
          <a:xfrm flipH="0" flipV="0">
            <a:off x="114299" y="133349"/>
            <a:ext cx="10653149" cy="3562349"/>
          </a:xfrm>
          <a:prstGeom prst="rect">
            <a:avLst/>
          </a:prstGeom>
        </p:spPr>
      </p:pic>
      <p:sp>
        <p:nvSpPr>
          <p:cNvPr id="1864988595" name=""/>
          <p:cNvSpPr txBox="1"/>
          <p:nvPr/>
        </p:nvSpPr>
        <p:spPr bwMode="auto">
          <a:xfrm rot="0" flipH="0" flipV="0">
            <a:off x="287516" y="3821429"/>
            <a:ext cx="11755832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Liberation Mono"/>
                <a:ea typeface="Liberation Mono"/>
                <a:cs typeface="Liberation Mono"/>
              </a:rPr>
              <a:t>"https://yt3.ggpht.com/ytc/AIdro_nIdVepKJ-Jr3FWQ9WkiiCplmF5mBtADYRg5kNsL3VsMKI=s88-c-k-c0x00ffffff-no-rj", "author_is_uploader": false, "author_is_verified": false, "author_url": "https://www.youtube.com/@toyoto40", "is_favorited": false, "_time_text": "20 hours ago", "timestamp": 1771480800, "is_pinned": false}, {"id": "Ugwk2isPPRVBw3q2mI94AaABAg", "parent": "root", "</a:t>
            </a:r>
            <a:r>
              <a:rPr sz="1400" b="1">
                <a:latin typeface="Liberation Mono"/>
                <a:ea typeface="Liberation Mono"/>
                <a:cs typeface="Liberation Mono"/>
              </a:rPr>
              <a:t>text</a:t>
            </a:r>
            <a:r>
              <a:rPr sz="1400">
                <a:latin typeface="Liberation Mono"/>
                <a:ea typeface="Liberation Mono"/>
                <a:cs typeface="Liberation Mono"/>
              </a:rPr>
              <a:t>": "Ternyata di Tangerang,yang dekat dengan Ibu Kota,ada anak yang tidak bisa melanjutkan sekolah dasar. Tidak disangka.", "like_count": 42, "author_id": "UC8mrgngLy0s3zb8ocUf-82g", "author": "@erpansori7341", "author_thumbnail": "https://yt3.ggpht.com/ytc/AIdro_kg13DucspDHJiYT-11UocjDuZksSTFmCcrpVMvjAfBZg=s88-c-k-c0x00ffffff-no-rj", "author_is_uploader": false, "author_is_verified": false, "author_url": "https://www.youtube.com/@erpansori7341", "is_favorited": false, "_time_text": "20 hours ago", "timestamp": 1771480800, "is_pinned": false}, {"id": "Ugwk2isPPRVBw3q2mI94AaABAg.ATOq1VY8c-zATP0vAdzHA_", "parent": "Ugwk2isPPRVBw3q2mI94AaABAg", "</a:t>
            </a:r>
            <a:r>
              <a:rPr sz="1400" b="1">
                <a:latin typeface="Liberation Mono"/>
                <a:ea typeface="Liberation Mono"/>
                <a:cs typeface="Liberation Mono"/>
              </a:rPr>
              <a:t>text</a:t>
            </a:r>
            <a:r>
              <a:rPr sz="1400">
                <a:latin typeface="Liberation Mono"/>
                <a:ea typeface="Liberation Mono"/>
                <a:cs typeface="Liberation Mono"/>
              </a:rPr>
              <a:t>": "Presiden ny mlh ke luar negeri mlu tuh", "like_count": 3, "author_id": "UCdVp31u5LjESNC5zuT27AaA", "author": "@novandarizki8049", "author_thumbnail": </a:t>
            </a:r>
            <a:endParaRPr sz="1400">
              <a:latin typeface="Liberation Mono"/>
              <a:cs typeface="Liberation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173205" name=""/>
          <p:cNvSpPr txBox="1"/>
          <p:nvPr/>
        </p:nvSpPr>
        <p:spPr bwMode="auto">
          <a:xfrm rot="0" flipH="0" flipV="0">
            <a:off x="752033" y="2426969"/>
            <a:ext cx="9225666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4200"/>
              <a:t>Ayok diskusi</a:t>
            </a:r>
            <a:endParaRPr sz="4200"/>
          </a:p>
          <a:p>
            <a:pPr algn="l">
              <a:defRPr/>
            </a:pPr>
            <a:r>
              <a:rPr sz="4200"/>
              <a:t>silahkan tanya</a:t>
            </a:r>
            <a:endParaRPr sz="4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905535" name=""/>
          <p:cNvSpPr txBox="1"/>
          <p:nvPr/>
        </p:nvSpPr>
        <p:spPr bwMode="auto">
          <a:xfrm rot="0" flipH="0" flipV="0">
            <a:off x="752032" y="2426969"/>
            <a:ext cx="9215226" cy="7318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4200" u="sng">
                <a:hlinkClick r:id="rId3" tooltip=""/>
              </a:rPr>
              <a:t>https://github.com/jendralhxr/bigdata</a:t>
            </a:r>
            <a:endParaRPr sz="4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2026-02-20T01:52:45Z</dcterms:modified>
</cp:coreProperties>
</file>