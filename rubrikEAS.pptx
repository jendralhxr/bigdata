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8"/>
  </p:notesMasterIdLst>
  <p:sldIdLst>
    <p:sldId id="256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 /><Relationship Id="rId10" Type="http://schemas.openxmlformats.org/officeDocument/2006/relationships/tableStyles" Target="tableStyles.xml" /><Relationship Id="rId1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2807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5649826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6389909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2148498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0425876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1255474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6632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96991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131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2901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21559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095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ECC7-4B07-28CB-5C76-DFCAEE2933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4279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9191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55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545BDC-7D65-F0D8-C64B-91B09568DB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87633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00584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85569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2E640BF-F134-A0D3-A7D3-585BB86E125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7231634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72752381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466541774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204906367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1609557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35757465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6436770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6169736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2606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609655058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092774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1485815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4781331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1794318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94543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5075947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8525417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3289447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1111274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2262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85828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8114398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7389195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1015773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51863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34776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62673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9223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81827788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8956561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6806808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4464312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7420753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01662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9877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3005910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5184756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18126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305913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4691062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4987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2506182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98794422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0288939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3094661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062785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6442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44086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4511457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4516756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5117753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4864349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97679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10025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1881034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625388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34342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457927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6436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0504769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98089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9692726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4171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9567333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52269033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21647990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339947837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763422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358617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7799108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3942590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896894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Rubrik EAS</a:t>
            </a:r>
            <a:endParaRPr sz="4800"/>
          </a:p>
        </p:txBody>
      </p:sp>
      <p:sp>
        <p:nvSpPr>
          <p:cNvPr id="1370261404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7657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Rubrik UAS (peer review)</a:t>
            </a:r>
            <a:endParaRPr/>
          </a:p>
        </p:txBody>
      </p:sp>
      <p:sp>
        <p:nvSpPr>
          <p:cNvPr id="164223580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800"/>
              <a:t>Masing-masing 10%:</a:t>
            </a:r>
            <a:endParaRPr sz="2800"/>
          </a:p>
          <a:p>
            <a:pPr>
              <a:defRPr/>
            </a:pPr>
            <a:r>
              <a:rPr sz="2800"/>
              <a:t>Volume (Datanya berapa banyak? Bertambah berapa lagi?</a:t>
            </a:r>
            <a:endParaRPr sz="2800"/>
          </a:p>
          <a:p>
            <a:pPr>
              <a:defRPr/>
            </a:pPr>
            <a:r>
              <a:rPr sz="2800"/>
              <a:t>Velocity (Update?)</a:t>
            </a:r>
            <a:endParaRPr sz="2800"/>
          </a:p>
          <a:p>
            <a:pPr>
              <a:defRPr/>
            </a:pPr>
            <a:r>
              <a:rPr sz="2800"/>
              <a:t>Variety (kolom dan jenis data, apakah bertambah?)</a:t>
            </a:r>
            <a:endParaRPr sz="2800"/>
          </a:p>
          <a:p>
            <a:pPr>
              <a:defRPr/>
            </a:pPr>
            <a:r>
              <a:rPr sz="2800"/>
              <a:t>Veracity (Kelengkapan, resolusi)</a:t>
            </a:r>
            <a:endParaRPr sz="2800"/>
          </a:p>
          <a:p>
            <a:pPr>
              <a:defRPr/>
            </a:pPr>
            <a:r>
              <a:rPr sz="2800"/>
              <a:t>Value</a:t>
            </a:r>
            <a:r>
              <a:rPr sz="2800"/>
              <a:t> (</a:t>
            </a:r>
            <a:r>
              <a:rPr sz="2800" i="1"/>
              <a:t>insight</a:t>
            </a:r>
            <a:r>
              <a:rPr sz="2800"/>
              <a:t>) </a:t>
            </a:r>
            <a:endParaRPr sz="2800"/>
          </a:p>
          <a:p>
            <a:pPr>
              <a:defRPr/>
            </a:pPr>
            <a:r>
              <a:rPr sz="2800" b="1"/>
              <a:t>Variability (tren, dinamika antar aspek)</a:t>
            </a:r>
            <a:endParaRPr sz="2800" b="1"/>
          </a:p>
          <a:p>
            <a:pPr>
              <a:defRPr/>
            </a:pPr>
            <a:r>
              <a:rPr sz="2800" b="1"/>
              <a:t>Validity (akurasi analisis)</a:t>
            </a:r>
            <a:endParaRPr sz="2800" b="1"/>
          </a:p>
          <a:p>
            <a:pPr>
              <a:defRPr/>
            </a:pPr>
            <a:r>
              <a:rPr sz="2800" b="1"/>
              <a:t>Visualization (tampil ciamik)</a:t>
            </a:r>
            <a:endParaRPr sz="2800"/>
          </a:p>
          <a:p>
            <a:pPr>
              <a:defRPr/>
            </a:pP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5978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Rubrik UAS (dosen)</a:t>
            </a:r>
            <a:endParaRPr/>
          </a:p>
        </p:txBody>
      </p:sp>
      <p:sp>
        <p:nvSpPr>
          <p:cNvPr id="1773193123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/>
              <a:t>Masing-masing 10%:</a:t>
            </a:r>
            <a:endParaRPr sz="2800"/>
          </a:p>
          <a:p>
            <a:pPr>
              <a:defRPr/>
            </a:pPr>
            <a:r>
              <a:rPr sz="2800" b="0"/>
              <a:t>Github commit history (tiap member berkontribusi, tidak </a:t>
            </a:r>
            <a:r>
              <a:rPr sz="2800" b="0" i="1"/>
              <a:t>semua commit semalam, </a:t>
            </a:r>
            <a:r>
              <a:rPr sz="2800" b="0" i="0"/>
              <a:t>tidak commit </a:t>
            </a:r>
            <a:r>
              <a:rPr sz="2800" b="0" i="1"/>
              <a:t>gelondongan</a:t>
            </a:r>
            <a:r>
              <a:rPr sz="2800" b="0" i="1"/>
              <a:t>)</a:t>
            </a:r>
            <a:endParaRPr sz="2800" b="0" i="1"/>
          </a:p>
          <a:p>
            <a:pPr>
              <a:defRPr/>
            </a:pPr>
            <a:r>
              <a:rPr sz="2800" b="0" i="0"/>
              <a:t>Potensi atau komitmen diteruskan untuk penelitian lebih lanjut</a:t>
            </a:r>
            <a:r>
              <a:rPr sz="2800" i="0"/>
              <a:t> atau diterapkan (</a:t>
            </a:r>
            <a:r>
              <a:rPr sz="2800" i="1"/>
              <a:t>translatable</a:t>
            </a:r>
            <a:r>
              <a:rPr sz="2800" i="0"/>
              <a:t>) di bidang/konteks lain</a:t>
            </a:r>
            <a:endParaRPr sz="2800" i="0"/>
          </a:p>
          <a:p>
            <a:pPr>
              <a:defRPr/>
            </a:pPr>
            <a:endParaRPr sz="2800" i="0"/>
          </a:p>
          <a:p>
            <a:pPr marL="0" indent="0">
              <a:buFont typeface="Arial"/>
              <a:buNone/>
              <a:defRPr/>
            </a:pPr>
            <a:r>
              <a:rPr sz="2800" i="0"/>
              <a:t>Jadwal UAS:</a:t>
            </a:r>
            <a:endParaRPr sz="2800" i="0"/>
          </a:p>
          <a:p>
            <a:pPr>
              <a:defRPr/>
            </a:pPr>
            <a:r>
              <a:rPr sz="2800" i="0"/>
              <a:t>Kelas C: 18 dan 19 Juni</a:t>
            </a:r>
            <a:endParaRPr sz="2800" i="0"/>
          </a:p>
          <a:p>
            <a:pPr>
              <a:defRPr/>
            </a:pPr>
            <a:r>
              <a:rPr sz="2800" i="0"/>
              <a:t>Kelas D: 12 dan 19 Juni</a:t>
            </a:r>
            <a:endParaRPr sz="2800" i="0"/>
          </a:p>
          <a:p>
            <a:pPr>
              <a:defRPr/>
            </a:pP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6508701" name="Title 1"/>
          <p:cNvSpPr>
            <a:spLocks noGrp="1"/>
          </p:cNvSpPr>
          <p:nvPr>
            <p:ph type="title"/>
          </p:nvPr>
        </p:nvSpPr>
        <p:spPr bwMode="auto">
          <a:xfrm>
            <a:off x="609598" y="328298"/>
            <a:ext cx="10972800" cy="1143000"/>
          </a:xfrm>
        </p:spPr>
        <p:txBody>
          <a:bodyPr/>
          <a:lstStyle/>
          <a:p>
            <a:pPr>
              <a:defRPr/>
            </a:pPr>
            <a:r>
              <a:rPr/>
              <a:t>Yang dikumpulkan:</a:t>
            </a:r>
            <a:endParaRPr/>
          </a:p>
        </p:txBody>
      </p:sp>
      <p:sp>
        <p:nvSpPr>
          <p:cNvPr id="144505759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sz="2800" b="0"/>
              <a:t>URL repository github</a:t>
            </a:r>
            <a:endParaRPr sz="2800" b="0"/>
          </a:p>
          <a:p>
            <a:pPr>
              <a:defRPr/>
            </a:pPr>
            <a:r>
              <a:rPr sz="2800" b="0"/>
              <a:t>Slide presentasi (PDF) disertakan dalam repository</a:t>
            </a:r>
            <a:endParaRPr sz="2800" b="0" i="1"/>
          </a:p>
          <a:p>
            <a:pPr>
              <a:defRPr/>
            </a:pP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4</Slides>
  <Notes>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Theme 1</vt:lpstr>
      <vt:lpstr>Slide 1</vt:lpstr>
      <vt:lpstr>Slide 2</vt:lpstr>
      <vt:lpstr>Slide 3</vt:lpstr>
      <vt:lpstr>Slide 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16</cp:revision>
  <dcterms:modified xsi:type="dcterms:W3CDTF">2026-05-22T07:06:51Z</dcterms:modified>
</cp:coreProperties>
</file>