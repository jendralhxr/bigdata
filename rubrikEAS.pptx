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0341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170147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4166106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0107755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181581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6766921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532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7602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9214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2901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1559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095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ECC7-4B07-28CB-5C76-DFCAEE2933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79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19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558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545BDC-7D65-F0D8-C64B-91B09568DB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763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00584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8556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640BF-F134-A0D3-A7D3-585BB86E12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226531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467086527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97377639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787921161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40543905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74032897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9636397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147237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3570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506477928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3420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8494327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263030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9727766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9947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314943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2534063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523579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1114843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08781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551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8260032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9561370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152132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41341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25465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966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505261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5193048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0746775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1260235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2610380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5326022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065852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691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5386817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21465962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2786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82662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520510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20430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753394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73652364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7593627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713060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90995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3432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98227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2026045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61192759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40472949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0077717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899805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6050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9883352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719249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971686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3168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81018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7859886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4019778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136634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567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833788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68850059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75721117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91096509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803335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6095038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7608205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4497285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338548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02049" y="2381248"/>
            <a:ext cx="10781226" cy="193834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/>
              <a:t>Rubrik EAS</a:t>
            </a:r>
            <a:endParaRPr sz="4800"/>
          </a:p>
        </p:txBody>
      </p:sp>
      <p:sp>
        <p:nvSpPr>
          <p:cNvPr id="1329495596" name=""/>
          <p:cNvSpPr txBox="1"/>
          <p:nvPr/>
        </p:nvSpPr>
        <p:spPr bwMode="auto">
          <a:xfrm rot="0" flipH="0" flipV="0">
            <a:off x="8175183" y="6395719"/>
            <a:ext cx="3868032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https://github.com/jendralhxr/bigdata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7657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Rubrik UAS (peer review)</a:t>
            </a:r>
            <a:endParaRPr/>
          </a:p>
        </p:txBody>
      </p:sp>
      <p:sp>
        <p:nvSpPr>
          <p:cNvPr id="164223580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2800"/>
              <a:t>Masing-masing 10%:</a:t>
            </a:r>
            <a:endParaRPr sz="2800"/>
          </a:p>
          <a:p>
            <a:pPr>
              <a:defRPr/>
            </a:pPr>
            <a:r>
              <a:rPr sz="2800"/>
              <a:t>Volume (Datanya berapa banyak? Bertambah berapa lagi?</a:t>
            </a:r>
            <a:endParaRPr sz="2800"/>
          </a:p>
          <a:p>
            <a:pPr>
              <a:defRPr/>
            </a:pPr>
            <a:r>
              <a:rPr sz="2800"/>
              <a:t>Velocity (Update?)</a:t>
            </a:r>
            <a:endParaRPr sz="2800"/>
          </a:p>
          <a:p>
            <a:pPr>
              <a:defRPr/>
            </a:pPr>
            <a:r>
              <a:rPr sz="2800"/>
              <a:t>Variety (kolom dan jenis data, apakah bertambah?)</a:t>
            </a:r>
            <a:endParaRPr sz="2800"/>
          </a:p>
          <a:p>
            <a:pPr>
              <a:defRPr/>
            </a:pPr>
            <a:r>
              <a:rPr sz="2800"/>
              <a:t>Veracity (Kelengkapan, resolusi)</a:t>
            </a:r>
            <a:endParaRPr sz="2800"/>
          </a:p>
          <a:p>
            <a:pPr>
              <a:defRPr/>
            </a:pPr>
            <a:r>
              <a:rPr sz="2800"/>
              <a:t>Value</a:t>
            </a:r>
            <a:r>
              <a:rPr sz="2800"/>
              <a:t> (</a:t>
            </a:r>
            <a:r>
              <a:rPr sz="2800" i="1"/>
              <a:t>insight</a:t>
            </a:r>
            <a:r>
              <a:rPr sz="2800"/>
              <a:t>) </a:t>
            </a:r>
            <a:endParaRPr sz="2800"/>
          </a:p>
          <a:p>
            <a:pPr>
              <a:defRPr/>
            </a:pPr>
            <a:r>
              <a:rPr sz="2800" b="1"/>
              <a:t>Variability (tren, dinamika antar aspek)</a:t>
            </a:r>
            <a:endParaRPr sz="2800" b="1"/>
          </a:p>
          <a:p>
            <a:pPr>
              <a:defRPr/>
            </a:pPr>
            <a:r>
              <a:rPr sz="2800" b="1"/>
              <a:t>Validity (akurasi analisis)</a:t>
            </a:r>
            <a:endParaRPr sz="2800" b="1"/>
          </a:p>
          <a:p>
            <a:pPr>
              <a:defRPr/>
            </a:pPr>
            <a:r>
              <a:rPr sz="2800" b="1"/>
              <a:t>Visualization (tampil ciamik)</a:t>
            </a:r>
            <a:endParaRPr sz="2800"/>
          </a:p>
          <a:p>
            <a:pPr>
              <a:defRPr/>
            </a:pP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5978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Rubrik UAS (dosen)</a:t>
            </a:r>
            <a:endParaRPr/>
          </a:p>
        </p:txBody>
      </p:sp>
      <p:sp>
        <p:nvSpPr>
          <p:cNvPr id="1773193123" name="Content Placeholder 2"/>
          <p:cNvSpPr>
            <a:spLocks noGrp="1"/>
          </p:cNvSpPr>
          <p:nvPr>
            <p:ph idx="1"/>
          </p:nvPr>
        </p:nvSpPr>
        <p:spPr bwMode="auto">
          <a:xfrm>
            <a:off x="542521" y="1734355"/>
            <a:ext cx="10972800" cy="45259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/>
              <a:t>12 poin: Github commit history (</a:t>
            </a:r>
            <a:r>
              <a:rPr sz="2800" b="1"/>
              <a:t>tiap member berkontribusi</a:t>
            </a:r>
            <a:r>
              <a:rPr sz="2800" b="0"/>
              <a:t>, tidak </a:t>
            </a:r>
            <a:r>
              <a:rPr sz="2800" b="0" i="1"/>
              <a:t>semua commit semalam, </a:t>
            </a:r>
            <a:r>
              <a:rPr sz="2800" b="0" i="0"/>
              <a:t>tidak commit </a:t>
            </a:r>
            <a:r>
              <a:rPr sz="2800" b="0" i="1"/>
              <a:t>gelondongan</a:t>
            </a:r>
            <a:r>
              <a:rPr sz="2800" b="0" i="1"/>
              <a:t>); </a:t>
            </a:r>
            <a:r>
              <a:rPr sz="2800" b="0" i="0"/>
              <a:t>diambil sebagai nilai individu</a:t>
            </a:r>
            <a:endParaRPr sz="2800" b="0" i="0"/>
          </a:p>
          <a:p>
            <a:pPr>
              <a:defRPr/>
            </a:pPr>
            <a:r>
              <a:rPr sz="2800" b="0" i="0"/>
              <a:t>8 poin: Potensi atau komitmen diteruskan untuk penelitian lebih lanjut</a:t>
            </a:r>
            <a:r>
              <a:rPr sz="2800" i="0"/>
              <a:t> atau diterapkan (</a:t>
            </a:r>
            <a:r>
              <a:rPr sz="2800" i="1"/>
              <a:t>translatable</a:t>
            </a:r>
            <a:r>
              <a:rPr sz="2800" i="0"/>
              <a:t>) di bidang/konteks lain</a:t>
            </a:r>
            <a:endParaRPr sz="2800" i="0"/>
          </a:p>
          <a:p>
            <a:pPr>
              <a:defRPr/>
            </a:pPr>
            <a:endParaRPr sz="2800" i="0"/>
          </a:p>
          <a:p>
            <a:pPr marL="0" indent="0">
              <a:buFont typeface="Arial"/>
              <a:buNone/>
              <a:defRPr/>
            </a:pPr>
            <a:r>
              <a:rPr sz="2800" i="0"/>
              <a:t>Jadwal UAS:</a:t>
            </a:r>
            <a:endParaRPr sz="2800" i="0"/>
          </a:p>
          <a:p>
            <a:pPr>
              <a:defRPr/>
            </a:pPr>
            <a:r>
              <a:rPr sz="2800" i="0"/>
              <a:t>Kelas C: 18 dan 19 Juni</a:t>
            </a:r>
            <a:endParaRPr sz="2800" i="0"/>
          </a:p>
          <a:p>
            <a:pPr>
              <a:defRPr/>
            </a:pPr>
            <a:r>
              <a:rPr sz="2800" i="0"/>
              <a:t>Kelas D: 12 dan 19 Juni</a:t>
            </a:r>
            <a:endParaRPr sz="2800" i="0"/>
          </a:p>
          <a:p>
            <a:pPr>
              <a:defRPr/>
            </a:pP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508701" name="Title 1"/>
          <p:cNvSpPr>
            <a:spLocks noGrp="1"/>
          </p:cNvSpPr>
          <p:nvPr>
            <p:ph type="title"/>
          </p:nvPr>
        </p:nvSpPr>
        <p:spPr bwMode="auto">
          <a:xfrm>
            <a:off x="609598" y="328298"/>
            <a:ext cx="10972800" cy="1143000"/>
          </a:xfrm>
        </p:spPr>
        <p:txBody>
          <a:bodyPr/>
          <a:lstStyle/>
          <a:p>
            <a:pPr>
              <a:defRPr/>
            </a:pPr>
            <a:r>
              <a:rPr/>
              <a:t>Yang dikumpulkan:</a:t>
            </a:r>
            <a:endParaRPr/>
          </a:p>
        </p:txBody>
      </p:sp>
      <p:sp>
        <p:nvSpPr>
          <p:cNvPr id="14450575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2800" b="0"/>
              <a:t>URL repository github</a:t>
            </a:r>
            <a:endParaRPr sz="2800" b="0"/>
          </a:p>
          <a:p>
            <a:pPr>
              <a:defRPr/>
            </a:pPr>
            <a:r>
              <a:rPr sz="2800" b="0"/>
              <a:t>Slide presentasi (PDF) disertakan dalam repository</a:t>
            </a:r>
            <a:endParaRPr sz="2800" b="1" i="0"/>
          </a:p>
          <a:p>
            <a:pPr>
              <a:defRPr/>
            </a:pP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</cp:revision>
  <dcterms:modified xsi:type="dcterms:W3CDTF">2026-05-22T07:54:25Z</dcterms:modified>
</cp:coreProperties>
</file>