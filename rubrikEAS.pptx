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59239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7622275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6172097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4920701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1711410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3907978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05949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6039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2474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2901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2155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095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ECC7-4B07-28CB-5C76-DFCAEE2933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279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9191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55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545BDC-7D65-F0D8-C64B-91B09568DB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061138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18274578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92014505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21216764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40537014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56733038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3386879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364870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117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507608841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7024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8744411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945641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680613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788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269803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526874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576633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817238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34908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32322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6901045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2790830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091764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738508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489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04653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071881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0779922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4544990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2139003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402506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3885646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85361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2753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6971256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374444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72466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96588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7515681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872127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634385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7660599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3479477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231927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90705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318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780984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583221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5635343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703034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31369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8478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1849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6481705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698796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661709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35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898611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2957110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503504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790534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7342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921788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61579264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2652751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8291320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6045199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2501643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9985572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6595345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7104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Rubrik EAS</a:t>
            </a:r>
            <a:endParaRPr sz="4800"/>
          </a:p>
        </p:txBody>
      </p:sp>
      <p:sp>
        <p:nvSpPr>
          <p:cNvPr id="395808881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657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(peer review)</a:t>
            </a:r>
            <a:endParaRPr/>
          </a:p>
        </p:txBody>
      </p:sp>
      <p:sp>
        <p:nvSpPr>
          <p:cNvPr id="16422358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/>
              <a:t>Volume (Datanya berapa banyak? Bertambah berapa lagi?</a:t>
            </a:r>
            <a:endParaRPr sz="2800"/>
          </a:p>
          <a:p>
            <a:pPr>
              <a:defRPr/>
            </a:pPr>
            <a:r>
              <a:rPr sz="2800"/>
              <a:t>Velocity (Update?)</a:t>
            </a:r>
            <a:endParaRPr sz="2800"/>
          </a:p>
          <a:p>
            <a:pPr>
              <a:defRPr/>
            </a:pPr>
            <a:r>
              <a:rPr sz="2800"/>
              <a:t>Variety (kolom dan jenis data, apakah bertambah?)</a:t>
            </a:r>
            <a:endParaRPr sz="2800"/>
          </a:p>
          <a:p>
            <a:pPr>
              <a:defRPr/>
            </a:pPr>
            <a:r>
              <a:rPr sz="2800"/>
              <a:t>Veracity (Kelengkapan, resolusi)</a:t>
            </a:r>
            <a:endParaRPr sz="2800"/>
          </a:p>
          <a:p>
            <a:pPr>
              <a:defRPr/>
            </a:pPr>
            <a:r>
              <a:rPr sz="2800"/>
              <a:t>Value</a:t>
            </a:r>
            <a:r>
              <a:rPr sz="2800"/>
              <a:t> (</a:t>
            </a:r>
            <a:r>
              <a:rPr sz="2800" i="1"/>
              <a:t>insight</a:t>
            </a:r>
            <a:r>
              <a:rPr sz="2800"/>
              <a:t>) </a:t>
            </a:r>
            <a:endParaRPr sz="2800"/>
          </a:p>
          <a:p>
            <a:pPr>
              <a:defRPr/>
            </a:pPr>
            <a:r>
              <a:rPr sz="2800" b="1"/>
              <a:t>Variability (tren, dinamika antar aspek)</a:t>
            </a:r>
            <a:endParaRPr sz="2800" b="1"/>
          </a:p>
          <a:p>
            <a:pPr>
              <a:defRPr/>
            </a:pPr>
            <a:r>
              <a:rPr sz="2800" b="1"/>
              <a:t>Validity (akurasi analisis)</a:t>
            </a:r>
            <a:endParaRPr sz="2800" b="1"/>
          </a:p>
          <a:p>
            <a:pPr>
              <a:defRPr/>
            </a:pPr>
            <a:r>
              <a:rPr sz="2800" b="1"/>
              <a:t>Visualization (tampil ciamik)</a:t>
            </a:r>
            <a:endParaRPr sz="280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5978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Rubrik UAS (dosen)</a:t>
            </a:r>
            <a:endParaRPr/>
          </a:p>
        </p:txBody>
      </p:sp>
      <p:sp>
        <p:nvSpPr>
          <p:cNvPr id="177319312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800"/>
              <a:t>Masing-masing 10%:</a:t>
            </a:r>
            <a:endParaRPr sz="2800"/>
          </a:p>
          <a:p>
            <a:pPr>
              <a:defRPr/>
            </a:pPr>
            <a:r>
              <a:rPr sz="2800" b="0"/>
              <a:t>Github commit history (tiap member berkontribusi, tidak </a:t>
            </a:r>
            <a:r>
              <a:rPr sz="2800" b="0" i="1"/>
              <a:t>semua commit semalam, </a:t>
            </a:r>
            <a:r>
              <a:rPr sz="2800" b="0" i="0"/>
              <a:t>tidak commit </a:t>
            </a:r>
            <a:r>
              <a:rPr sz="2800" b="0" i="1"/>
              <a:t>gelondongan</a:t>
            </a:r>
            <a:r>
              <a:rPr sz="2800" b="0" i="1"/>
              <a:t>)</a:t>
            </a:r>
            <a:endParaRPr sz="2800" b="0" i="1"/>
          </a:p>
          <a:p>
            <a:pPr>
              <a:defRPr/>
            </a:pPr>
            <a:r>
              <a:rPr sz="2800" b="0" i="0"/>
              <a:t>Potensi atau komitmen diteruskan untuk penelitian lebih lanjut</a:t>
            </a:r>
            <a:r>
              <a:rPr sz="2800" i="0"/>
              <a:t> atau diterapkan (</a:t>
            </a:r>
            <a:r>
              <a:rPr sz="2800" i="1"/>
              <a:t>translatable</a:t>
            </a:r>
            <a:r>
              <a:rPr sz="2800" i="0"/>
              <a:t>) di bidang/konteks lain</a:t>
            </a:r>
            <a:endParaRPr sz="2800" i="0"/>
          </a:p>
          <a:p>
            <a:pPr>
              <a:defRPr/>
            </a:pPr>
            <a:endParaRPr sz="2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</cp:revision>
  <dcterms:modified xsi:type="dcterms:W3CDTF">2026-05-22T06:35:24Z</dcterms:modified>
</cp:coreProperties>
</file>