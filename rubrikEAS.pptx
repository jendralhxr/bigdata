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16649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6545193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9263892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5178798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1548689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568251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7183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13321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26931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290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2155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095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ECC7-4B07-28CB-5C76-DFCAEE2933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27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9191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55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545BDC-7D65-F0D8-C64B-91B09568DB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09018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81563902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53698056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57424857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06110876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18674093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56363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503445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9166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882359836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1258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260174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398869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261293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5949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525293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6099018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096198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06421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72678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4643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1701796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6092679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0506199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191663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495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29561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135726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598560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5922487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6245275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897074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9932646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37411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5224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7103513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1858801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3852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4253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5058847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61647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76125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53201905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4592319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981238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900898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176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594187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8106067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6191245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978355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332183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69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4827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5051318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76772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919628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34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24317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0564609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149233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226515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93574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983356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45980524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53444028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50777193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883597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0808179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19714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5966711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45349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Rubrik EAS</a:t>
            </a:r>
            <a:endParaRPr sz="4800"/>
          </a:p>
        </p:txBody>
      </p:sp>
      <p:sp>
        <p:nvSpPr>
          <p:cNvPr id="1360524084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657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(peer review)</a:t>
            </a:r>
            <a:endParaRPr/>
          </a:p>
        </p:txBody>
      </p:sp>
      <p:sp>
        <p:nvSpPr>
          <p:cNvPr id="16422358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/>
              <a:t>Volume (Datanya berapa banyak? Bertambah berapa lagi?</a:t>
            </a:r>
            <a:endParaRPr sz="2800"/>
          </a:p>
          <a:p>
            <a:pPr>
              <a:defRPr/>
            </a:pPr>
            <a:r>
              <a:rPr sz="2800"/>
              <a:t>Velocity (Update?)</a:t>
            </a:r>
            <a:endParaRPr sz="2800"/>
          </a:p>
          <a:p>
            <a:pPr>
              <a:defRPr/>
            </a:pPr>
            <a:r>
              <a:rPr sz="2800"/>
              <a:t>Variety (kolom dan jenis data, apakah bertambah?)</a:t>
            </a:r>
            <a:endParaRPr sz="2800"/>
          </a:p>
          <a:p>
            <a:pPr>
              <a:defRPr/>
            </a:pPr>
            <a:r>
              <a:rPr sz="2800"/>
              <a:t>Veracity (Kelengkapan, resolusi)</a:t>
            </a:r>
            <a:endParaRPr sz="2800"/>
          </a:p>
          <a:p>
            <a:pPr>
              <a:defRPr/>
            </a:pPr>
            <a:r>
              <a:rPr sz="2800"/>
              <a:t>Value</a:t>
            </a:r>
            <a:r>
              <a:rPr sz="2800"/>
              <a:t> (</a:t>
            </a:r>
            <a:r>
              <a:rPr sz="2800" i="1"/>
              <a:t>insight</a:t>
            </a:r>
            <a:r>
              <a:rPr sz="2800"/>
              <a:t>) </a:t>
            </a:r>
            <a:endParaRPr sz="2800"/>
          </a:p>
          <a:p>
            <a:pPr>
              <a:defRPr/>
            </a:pPr>
            <a:r>
              <a:rPr sz="2800" b="1"/>
              <a:t>Variability (tren, dinamika antar aspek)</a:t>
            </a:r>
            <a:endParaRPr sz="2800" b="1"/>
          </a:p>
          <a:p>
            <a:pPr>
              <a:defRPr/>
            </a:pPr>
            <a:r>
              <a:rPr sz="2800" b="1"/>
              <a:t>Validity (akurasi analisis)</a:t>
            </a:r>
            <a:endParaRPr sz="2800" b="1"/>
          </a:p>
          <a:p>
            <a:pPr>
              <a:defRPr/>
            </a:pPr>
            <a:r>
              <a:rPr sz="2800" b="1"/>
              <a:t>Visualization (tampil ciamik)</a:t>
            </a:r>
            <a:endParaRPr sz="280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5978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(dosen)</a:t>
            </a:r>
            <a:endParaRPr/>
          </a:p>
        </p:txBody>
      </p:sp>
      <p:sp>
        <p:nvSpPr>
          <p:cNvPr id="1773193123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 b="0"/>
              <a:t>Github commit history (tiap member berkontribusi, tidak </a:t>
            </a:r>
            <a:r>
              <a:rPr sz="2800" b="0" i="1"/>
              <a:t>semua commit semalam, </a:t>
            </a:r>
            <a:r>
              <a:rPr sz="2800" b="0" i="0"/>
              <a:t>tidak commit </a:t>
            </a:r>
            <a:r>
              <a:rPr sz="2800" b="0" i="1"/>
              <a:t>gelondongan</a:t>
            </a:r>
            <a:r>
              <a:rPr sz="2800" b="0" i="1"/>
              <a:t>)</a:t>
            </a:r>
            <a:endParaRPr sz="2800" b="0" i="1"/>
          </a:p>
          <a:p>
            <a:pPr>
              <a:defRPr/>
            </a:pPr>
            <a:r>
              <a:rPr sz="2800" b="0" i="0"/>
              <a:t>Potensi atau komitmen diteruskan untuk penelitian lebih lanjut</a:t>
            </a:r>
            <a:r>
              <a:rPr sz="2800" i="0"/>
              <a:t> atau diterapkan (</a:t>
            </a:r>
            <a:r>
              <a:rPr sz="2800" i="1"/>
              <a:t>translatable</a:t>
            </a:r>
            <a:r>
              <a:rPr sz="2800" i="0"/>
              <a:t>) di bidang/konteks lain</a:t>
            </a:r>
            <a:endParaRPr sz="2800" i="0"/>
          </a:p>
          <a:p>
            <a:pPr>
              <a:defRPr/>
            </a:pPr>
            <a:endParaRPr sz="2800" i="0"/>
          </a:p>
          <a:p>
            <a:pPr marL="0" indent="0">
              <a:buFont typeface="Arial"/>
              <a:buNone/>
              <a:defRPr/>
            </a:pPr>
            <a:r>
              <a:rPr sz="2800" i="0"/>
              <a:t>Jadwal UAS:</a:t>
            </a:r>
            <a:endParaRPr sz="2800" i="0"/>
          </a:p>
          <a:p>
            <a:pPr>
              <a:defRPr/>
            </a:pPr>
            <a:r>
              <a:rPr sz="2800" i="0"/>
              <a:t>Kelas C: 18 dan 19 Juni</a:t>
            </a:r>
            <a:endParaRPr sz="2800" i="0"/>
          </a:p>
          <a:p>
            <a:pPr>
              <a:defRPr/>
            </a:pPr>
            <a:r>
              <a:rPr sz="2800" i="0"/>
              <a:t>Kelas D: 12 dan 19 Juni</a:t>
            </a:r>
            <a:endParaRPr sz="2800" i="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modified xsi:type="dcterms:W3CDTF">2026-05-22T06:46:52Z</dcterms:modified>
</cp:coreProperties>
</file>